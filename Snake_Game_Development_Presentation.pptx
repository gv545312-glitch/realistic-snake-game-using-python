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513C29-30CC-7363-DC83-9AD8416E34D1}" v="221" dt="2026-04-14T08:26:13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47E899-1A6B-4A23-88E2-9FD62132A878}" type="doc">
      <dgm:prSet loTypeId="urn:microsoft.com/office/officeart/2016/7/layout/ChevronBlockProcess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D2A863-1184-4588-B354-AD72542485CD}">
      <dgm:prSet/>
      <dgm:spPr/>
      <dgm:t>
        <a:bodyPr/>
        <a:lstStyle/>
        <a:p>
          <a:r>
            <a:rPr lang="en-US"/>
            <a:t>Develop</a:t>
          </a:r>
        </a:p>
      </dgm:t>
    </dgm:pt>
    <dgm:pt modelId="{25FEF3FE-C60C-4435-A1C7-ED19C1E12952}" type="parTrans" cxnId="{3826598C-A398-469D-977F-F17EA9C289E5}">
      <dgm:prSet/>
      <dgm:spPr/>
      <dgm:t>
        <a:bodyPr/>
        <a:lstStyle/>
        <a:p>
          <a:endParaRPr lang="en-US"/>
        </a:p>
      </dgm:t>
    </dgm:pt>
    <dgm:pt modelId="{D7E74722-9315-4504-9F6F-54B3FFDE8E58}" type="sibTrans" cxnId="{3826598C-A398-469D-977F-F17EA9C289E5}">
      <dgm:prSet/>
      <dgm:spPr/>
      <dgm:t>
        <a:bodyPr/>
        <a:lstStyle/>
        <a:p>
          <a:endParaRPr lang="en-US"/>
        </a:p>
      </dgm:t>
    </dgm:pt>
    <dgm:pt modelId="{5646546A-CD3E-48A5-9338-FA67331F3231}">
      <dgm:prSet/>
      <dgm:spPr/>
      <dgm:t>
        <a:bodyPr/>
        <a:lstStyle/>
        <a:p>
          <a:r>
            <a:rPr lang="en-US"/>
            <a:t>Develop a smooth and realistic snake game. </a:t>
          </a:r>
        </a:p>
      </dgm:t>
    </dgm:pt>
    <dgm:pt modelId="{00C94B48-3F4C-40C7-9394-7A73937D6E50}" type="parTrans" cxnId="{539B36BD-1832-4E61-A806-DDD9B526F3EF}">
      <dgm:prSet/>
      <dgm:spPr/>
      <dgm:t>
        <a:bodyPr/>
        <a:lstStyle/>
        <a:p>
          <a:endParaRPr lang="en-US"/>
        </a:p>
      </dgm:t>
    </dgm:pt>
    <dgm:pt modelId="{6A669E92-16F1-44DC-9348-906FE2677BE8}" type="sibTrans" cxnId="{539B36BD-1832-4E61-A806-DDD9B526F3EF}">
      <dgm:prSet/>
      <dgm:spPr/>
      <dgm:t>
        <a:bodyPr/>
        <a:lstStyle/>
        <a:p>
          <a:endParaRPr lang="en-US"/>
        </a:p>
      </dgm:t>
    </dgm:pt>
    <dgm:pt modelId="{B06D37AE-8DA3-4541-BC98-F152ED887528}">
      <dgm:prSet/>
      <dgm:spPr/>
      <dgm:t>
        <a:bodyPr/>
        <a:lstStyle/>
        <a:p>
          <a:r>
            <a:rPr lang="en-US"/>
            <a:t>Implement</a:t>
          </a:r>
        </a:p>
      </dgm:t>
    </dgm:pt>
    <dgm:pt modelId="{E190E327-857D-4C66-8F5C-27B00D4992C4}" type="parTrans" cxnId="{3D9E0B50-F153-441F-AF03-5C0C4C47DAF1}">
      <dgm:prSet/>
      <dgm:spPr/>
      <dgm:t>
        <a:bodyPr/>
        <a:lstStyle/>
        <a:p>
          <a:endParaRPr lang="en-US"/>
        </a:p>
      </dgm:t>
    </dgm:pt>
    <dgm:pt modelId="{7F88CFA8-D5D0-4531-BB4C-EAA83C34EB91}" type="sibTrans" cxnId="{3D9E0B50-F153-441F-AF03-5C0C4C47DAF1}">
      <dgm:prSet/>
      <dgm:spPr/>
      <dgm:t>
        <a:bodyPr/>
        <a:lstStyle/>
        <a:p>
          <a:endParaRPr lang="en-US"/>
        </a:p>
      </dgm:t>
    </dgm:pt>
    <dgm:pt modelId="{2F627466-BCE5-448B-93B9-7F1D618A6506}">
      <dgm:prSet/>
      <dgm:spPr/>
      <dgm:t>
        <a:bodyPr/>
        <a:lstStyle/>
        <a:p>
          <a:r>
            <a:rPr lang="en-US"/>
            <a:t>Implement vector-based movement.</a:t>
          </a:r>
        </a:p>
      </dgm:t>
    </dgm:pt>
    <dgm:pt modelId="{94EA03AC-51EE-455F-8FDD-6DA16FD7D1E9}" type="parTrans" cxnId="{E6B10C89-3360-46D6-A0AF-F9D3F96BB710}">
      <dgm:prSet/>
      <dgm:spPr/>
      <dgm:t>
        <a:bodyPr/>
        <a:lstStyle/>
        <a:p>
          <a:endParaRPr lang="en-US"/>
        </a:p>
      </dgm:t>
    </dgm:pt>
    <dgm:pt modelId="{8E0B4CBB-420C-4665-9BA6-E1E9687AE371}" type="sibTrans" cxnId="{E6B10C89-3360-46D6-A0AF-F9D3F96BB710}">
      <dgm:prSet/>
      <dgm:spPr/>
      <dgm:t>
        <a:bodyPr/>
        <a:lstStyle/>
        <a:p>
          <a:endParaRPr lang="en-US"/>
        </a:p>
      </dgm:t>
    </dgm:pt>
    <dgm:pt modelId="{14C6D080-316F-4E87-B510-0464A171439E}">
      <dgm:prSet/>
      <dgm:spPr/>
      <dgm:t>
        <a:bodyPr/>
        <a:lstStyle/>
        <a:p>
          <a:r>
            <a:rPr lang="en-US"/>
            <a:t>Add</a:t>
          </a:r>
        </a:p>
      </dgm:t>
    </dgm:pt>
    <dgm:pt modelId="{25D99224-309E-4410-A6CD-76D6D9D05791}" type="parTrans" cxnId="{411212CB-13C5-4DDD-863A-1CD24CBE1E6A}">
      <dgm:prSet/>
      <dgm:spPr/>
      <dgm:t>
        <a:bodyPr/>
        <a:lstStyle/>
        <a:p>
          <a:endParaRPr lang="en-US"/>
        </a:p>
      </dgm:t>
    </dgm:pt>
    <dgm:pt modelId="{705DAD8D-9CCC-4F8C-BC54-0A64E06A1A8B}" type="sibTrans" cxnId="{411212CB-13C5-4DDD-863A-1CD24CBE1E6A}">
      <dgm:prSet/>
      <dgm:spPr/>
      <dgm:t>
        <a:bodyPr/>
        <a:lstStyle/>
        <a:p>
          <a:endParaRPr lang="en-US"/>
        </a:p>
      </dgm:t>
    </dgm:pt>
    <dgm:pt modelId="{8CD4E9AB-455D-404E-8CDD-60E0537F99AD}">
      <dgm:prSet/>
      <dgm:spPr/>
      <dgm:t>
        <a:bodyPr/>
        <a:lstStyle/>
        <a:p>
          <a:r>
            <a:rPr lang="en-US"/>
            <a:t>Add collision detection. </a:t>
          </a:r>
        </a:p>
      </dgm:t>
    </dgm:pt>
    <dgm:pt modelId="{B72378F8-5A5F-4CA8-BAA5-7A7AB078038C}" type="parTrans" cxnId="{C88CF34B-1746-4074-B0C8-DFA9B313B6A8}">
      <dgm:prSet/>
      <dgm:spPr/>
      <dgm:t>
        <a:bodyPr/>
        <a:lstStyle/>
        <a:p>
          <a:endParaRPr lang="en-US"/>
        </a:p>
      </dgm:t>
    </dgm:pt>
    <dgm:pt modelId="{77D4044A-6F16-4521-A1C7-20B8F10667FC}" type="sibTrans" cxnId="{C88CF34B-1746-4074-B0C8-DFA9B313B6A8}">
      <dgm:prSet/>
      <dgm:spPr/>
      <dgm:t>
        <a:bodyPr/>
        <a:lstStyle/>
        <a:p>
          <a:endParaRPr lang="en-US"/>
        </a:p>
      </dgm:t>
    </dgm:pt>
    <dgm:pt modelId="{7D1DF0A3-4768-4F0A-95D1-23E5AAB56DF6}">
      <dgm:prSet/>
      <dgm:spPr/>
      <dgm:t>
        <a:bodyPr/>
        <a:lstStyle/>
        <a:p>
          <a:r>
            <a:rPr lang="en-US"/>
            <a:t>Display</a:t>
          </a:r>
        </a:p>
      </dgm:t>
    </dgm:pt>
    <dgm:pt modelId="{3F151C81-01DF-444B-98DA-33C98B390325}" type="parTrans" cxnId="{B517850F-6BA9-4509-AFD5-366A2CECB599}">
      <dgm:prSet/>
      <dgm:spPr/>
      <dgm:t>
        <a:bodyPr/>
        <a:lstStyle/>
        <a:p>
          <a:endParaRPr lang="en-US"/>
        </a:p>
      </dgm:t>
    </dgm:pt>
    <dgm:pt modelId="{77E0C81C-27B2-4C50-B46C-A8FC390C375B}" type="sibTrans" cxnId="{B517850F-6BA9-4509-AFD5-366A2CECB599}">
      <dgm:prSet/>
      <dgm:spPr/>
      <dgm:t>
        <a:bodyPr/>
        <a:lstStyle/>
        <a:p>
          <a:endParaRPr lang="en-US"/>
        </a:p>
      </dgm:t>
    </dgm:pt>
    <dgm:pt modelId="{06D404DF-10F6-4C08-89C9-EE41EE92C6FE}">
      <dgm:prSet/>
      <dgm:spPr/>
      <dgm:t>
        <a:bodyPr/>
        <a:lstStyle/>
        <a:p>
          <a:r>
            <a:rPr lang="en-US"/>
            <a:t>Display real-time score. </a:t>
          </a:r>
        </a:p>
      </dgm:t>
    </dgm:pt>
    <dgm:pt modelId="{35CA8231-9094-48F3-BC92-6E164B4A0FEE}" type="parTrans" cxnId="{8A534F05-5502-46DE-98CF-1E18C5A818D0}">
      <dgm:prSet/>
      <dgm:spPr/>
      <dgm:t>
        <a:bodyPr/>
        <a:lstStyle/>
        <a:p>
          <a:endParaRPr lang="en-US"/>
        </a:p>
      </dgm:t>
    </dgm:pt>
    <dgm:pt modelId="{2014347D-2EBA-4420-BD06-3AE5AD015E7D}" type="sibTrans" cxnId="{8A534F05-5502-46DE-98CF-1E18C5A818D0}">
      <dgm:prSet/>
      <dgm:spPr/>
      <dgm:t>
        <a:bodyPr/>
        <a:lstStyle/>
        <a:p>
          <a:endParaRPr lang="en-US"/>
        </a:p>
      </dgm:t>
    </dgm:pt>
    <dgm:pt modelId="{93F40F18-22B0-48A3-839D-D46FEB0EB6EA}">
      <dgm:prSet/>
      <dgm:spPr/>
      <dgm:t>
        <a:bodyPr/>
        <a:lstStyle/>
        <a:p>
          <a:r>
            <a:rPr lang="en-US"/>
            <a:t>Create</a:t>
          </a:r>
        </a:p>
      </dgm:t>
    </dgm:pt>
    <dgm:pt modelId="{FB954A9C-9066-4D01-97A5-9C6055B0865C}" type="parTrans" cxnId="{EB227A69-071C-46AF-A568-28F6C1528D77}">
      <dgm:prSet/>
      <dgm:spPr/>
      <dgm:t>
        <a:bodyPr/>
        <a:lstStyle/>
        <a:p>
          <a:endParaRPr lang="en-US"/>
        </a:p>
      </dgm:t>
    </dgm:pt>
    <dgm:pt modelId="{9BF92D68-176F-4539-80A1-0ED9F6D41F86}" type="sibTrans" cxnId="{EB227A69-071C-46AF-A568-28F6C1528D77}">
      <dgm:prSet/>
      <dgm:spPr/>
      <dgm:t>
        <a:bodyPr/>
        <a:lstStyle/>
        <a:p>
          <a:endParaRPr lang="en-US"/>
        </a:p>
      </dgm:t>
    </dgm:pt>
    <dgm:pt modelId="{B22375E5-4BDE-4522-9F6D-5C36756027E4}">
      <dgm:prSet/>
      <dgm:spPr/>
      <dgm:t>
        <a:bodyPr/>
        <a:lstStyle/>
        <a:p>
          <a:r>
            <a:rPr lang="en-US"/>
            <a:t>Create interactive gameplay.</a:t>
          </a:r>
        </a:p>
      </dgm:t>
    </dgm:pt>
    <dgm:pt modelId="{9D5D3BC6-AFBC-4167-979B-5D0A47821926}" type="parTrans" cxnId="{5ACB26E9-4334-40E9-A753-4327DD46A156}">
      <dgm:prSet/>
      <dgm:spPr/>
      <dgm:t>
        <a:bodyPr/>
        <a:lstStyle/>
        <a:p>
          <a:endParaRPr lang="en-US"/>
        </a:p>
      </dgm:t>
    </dgm:pt>
    <dgm:pt modelId="{E15D4A58-A32D-4EEB-8DD3-4BBF43D265E2}" type="sibTrans" cxnId="{5ACB26E9-4334-40E9-A753-4327DD46A156}">
      <dgm:prSet/>
      <dgm:spPr/>
      <dgm:t>
        <a:bodyPr/>
        <a:lstStyle/>
        <a:p>
          <a:endParaRPr lang="en-US"/>
        </a:p>
      </dgm:t>
    </dgm:pt>
    <dgm:pt modelId="{8269F2CA-3B6A-4CAA-AFFA-83ACD695BDD8}" type="pres">
      <dgm:prSet presAssocID="{2D47E899-1A6B-4A23-88E2-9FD62132A878}" presName="Name0" presStyleCnt="0">
        <dgm:presLayoutVars>
          <dgm:dir/>
          <dgm:animLvl val="lvl"/>
          <dgm:resizeHandles val="exact"/>
        </dgm:presLayoutVars>
      </dgm:prSet>
      <dgm:spPr/>
    </dgm:pt>
    <dgm:pt modelId="{8B0E5210-53E3-4668-A48E-BEBD6265AFD9}" type="pres">
      <dgm:prSet presAssocID="{83D2A863-1184-4588-B354-AD72542485CD}" presName="composite" presStyleCnt="0"/>
      <dgm:spPr/>
    </dgm:pt>
    <dgm:pt modelId="{128CE274-BCE3-4155-AC7F-BCA329478DB8}" type="pres">
      <dgm:prSet presAssocID="{83D2A863-1184-4588-B354-AD72542485CD}" presName="parTx" presStyleLbl="alignNode1" presStyleIdx="0" presStyleCnt="5">
        <dgm:presLayoutVars>
          <dgm:chMax val="0"/>
          <dgm:chPref val="0"/>
        </dgm:presLayoutVars>
      </dgm:prSet>
      <dgm:spPr/>
    </dgm:pt>
    <dgm:pt modelId="{D5391787-BEDC-481C-B9BE-7AFC3ED13707}" type="pres">
      <dgm:prSet presAssocID="{83D2A863-1184-4588-B354-AD72542485CD}" presName="desTx" presStyleLbl="alignAccFollowNode1" presStyleIdx="0" presStyleCnt="5">
        <dgm:presLayoutVars/>
      </dgm:prSet>
      <dgm:spPr/>
    </dgm:pt>
    <dgm:pt modelId="{69BB59CE-321D-4A65-8BD0-14416F41698B}" type="pres">
      <dgm:prSet presAssocID="{D7E74722-9315-4504-9F6F-54B3FFDE8E58}" presName="space" presStyleCnt="0"/>
      <dgm:spPr/>
    </dgm:pt>
    <dgm:pt modelId="{EE048CA8-D4D0-4D39-9B73-101529FBE14C}" type="pres">
      <dgm:prSet presAssocID="{B06D37AE-8DA3-4541-BC98-F152ED887528}" presName="composite" presStyleCnt="0"/>
      <dgm:spPr/>
    </dgm:pt>
    <dgm:pt modelId="{9928B581-6225-416D-A802-E31D71AB5710}" type="pres">
      <dgm:prSet presAssocID="{B06D37AE-8DA3-4541-BC98-F152ED887528}" presName="parTx" presStyleLbl="alignNode1" presStyleIdx="1" presStyleCnt="5">
        <dgm:presLayoutVars>
          <dgm:chMax val="0"/>
          <dgm:chPref val="0"/>
        </dgm:presLayoutVars>
      </dgm:prSet>
      <dgm:spPr/>
    </dgm:pt>
    <dgm:pt modelId="{F1E967DC-335A-4B80-8F71-402B6D1B4A82}" type="pres">
      <dgm:prSet presAssocID="{B06D37AE-8DA3-4541-BC98-F152ED887528}" presName="desTx" presStyleLbl="alignAccFollowNode1" presStyleIdx="1" presStyleCnt="5">
        <dgm:presLayoutVars/>
      </dgm:prSet>
      <dgm:spPr/>
    </dgm:pt>
    <dgm:pt modelId="{62961806-798E-4FA9-924E-CDE432DF11C7}" type="pres">
      <dgm:prSet presAssocID="{7F88CFA8-D5D0-4531-BB4C-EAA83C34EB91}" presName="space" presStyleCnt="0"/>
      <dgm:spPr/>
    </dgm:pt>
    <dgm:pt modelId="{4A64156B-4DE9-4527-A519-A9D50BDC2B7C}" type="pres">
      <dgm:prSet presAssocID="{14C6D080-316F-4E87-B510-0464A171439E}" presName="composite" presStyleCnt="0"/>
      <dgm:spPr/>
    </dgm:pt>
    <dgm:pt modelId="{C5FEBB33-3FBB-44E3-80E1-477FDAF9F225}" type="pres">
      <dgm:prSet presAssocID="{14C6D080-316F-4E87-B510-0464A171439E}" presName="parTx" presStyleLbl="alignNode1" presStyleIdx="2" presStyleCnt="5">
        <dgm:presLayoutVars>
          <dgm:chMax val="0"/>
          <dgm:chPref val="0"/>
        </dgm:presLayoutVars>
      </dgm:prSet>
      <dgm:spPr/>
    </dgm:pt>
    <dgm:pt modelId="{E5248272-8831-4289-9E7D-A074D1EFD314}" type="pres">
      <dgm:prSet presAssocID="{14C6D080-316F-4E87-B510-0464A171439E}" presName="desTx" presStyleLbl="alignAccFollowNode1" presStyleIdx="2" presStyleCnt="5">
        <dgm:presLayoutVars/>
      </dgm:prSet>
      <dgm:spPr/>
    </dgm:pt>
    <dgm:pt modelId="{4C7B457E-3EEB-42AB-BA0A-5C6C60F72700}" type="pres">
      <dgm:prSet presAssocID="{705DAD8D-9CCC-4F8C-BC54-0A64E06A1A8B}" presName="space" presStyleCnt="0"/>
      <dgm:spPr/>
    </dgm:pt>
    <dgm:pt modelId="{CDCD3EB2-DE0F-4068-AF99-84470F854629}" type="pres">
      <dgm:prSet presAssocID="{7D1DF0A3-4768-4F0A-95D1-23E5AAB56DF6}" presName="composite" presStyleCnt="0"/>
      <dgm:spPr/>
    </dgm:pt>
    <dgm:pt modelId="{06FA8318-1452-4609-B7BD-EF51D1E4A982}" type="pres">
      <dgm:prSet presAssocID="{7D1DF0A3-4768-4F0A-95D1-23E5AAB56DF6}" presName="parTx" presStyleLbl="alignNode1" presStyleIdx="3" presStyleCnt="5">
        <dgm:presLayoutVars>
          <dgm:chMax val="0"/>
          <dgm:chPref val="0"/>
        </dgm:presLayoutVars>
      </dgm:prSet>
      <dgm:spPr/>
    </dgm:pt>
    <dgm:pt modelId="{5128EBBD-9A0D-4C15-AD40-9C413803619B}" type="pres">
      <dgm:prSet presAssocID="{7D1DF0A3-4768-4F0A-95D1-23E5AAB56DF6}" presName="desTx" presStyleLbl="alignAccFollowNode1" presStyleIdx="3" presStyleCnt="5">
        <dgm:presLayoutVars/>
      </dgm:prSet>
      <dgm:spPr/>
    </dgm:pt>
    <dgm:pt modelId="{09EE7BD0-F80D-4B7F-A6C7-4ED2B9898577}" type="pres">
      <dgm:prSet presAssocID="{77E0C81C-27B2-4C50-B46C-A8FC390C375B}" presName="space" presStyleCnt="0"/>
      <dgm:spPr/>
    </dgm:pt>
    <dgm:pt modelId="{78731A38-BEE0-41D0-AA0F-5E943103D1E8}" type="pres">
      <dgm:prSet presAssocID="{93F40F18-22B0-48A3-839D-D46FEB0EB6EA}" presName="composite" presStyleCnt="0"/>
      <dgm:spPr/>
    </dgm:pt>
    <dgm:pt modelId="{3A41371D-87F2-48C4-8953-33A6F0F3AF27}" type="pres">
      <dgm:prSet presAssocID="{93F40F18-22B0-48A3-839D-D46FEB0EB6EA}" presName="parTx" presStyleLbl="alignNode1" presStyleIdx="4" presStyleCnt="5">
        <dgm:presLayoutVars>
          <dgm:chMax val="0"/>
          <dgm:chPref val="0"/>
        </dgm:presLayoutVars>
      </dgm:prSet>
      <dgm:spPr/>
    </dgm:pt>
    <dgm:pt modelId="{BA347FFA-CC0B-436A-9084-CB3973A965BF}" type="pres">
      <dgm:prSet presAssocID="{93F40F18-22B0-48A3-839D-D46FEB0EB6EA}" presName="desTx" presStyleLbl="alignAccFollowNode1" presStyleIdx="4" presStyleCnt="5">
        <dgm:presLayoutVars/>
      </dgm:prSet>
      <dgm:spPr/>
    </dgm:pt>
  </dgm:ptLst>
  <dgm:cxnLst>
    <dgm:cxn modelId="{8A534F05-5502-46DE-98CF-1E18C5A818D0}" srcId="{7D1DF0A3-4768-4F0A-95D1-23E5AAB56DF6}" destId="{06D404DF-10F6-4C08-89C9-EE41EE92C6FE}" srcOrd="0" destOrd="0" parTransId="{35CA8231-9094-48F3-BC92-6E164B4A0FEE}" sibTransId="{2014347D-2EBA-4420-BD06-3AE5AD015E7D}"/>
    <dgm:cxn modelId="{36B70B0B-6B71-4030-B8FB-688C38A6979B}" type="presOf" srcId="{83D2A863-1184-4588-B354-AD72542485CD}" destId="{128CE274-BCE3-4155-AC7F-BCA329478DB8}" srcOrd="0" destOrd="0" presId="urn:microsoft.com/office/officeart/2016/7/layout/ChevronBlockProcess"/>
    <dgm:cxn modelId="{B517850F-6BA9-4509-AFD5-366A2CECB599}" srcId="{2D47E899-1A6B-4A23-88E2-9FD62132A878}" destId="{7D1DF0A3-4768-4F0A-95D1-23E5AAB56DF6}" srcOrd="3" destOrd="0" parTransId="{3F151C81-01DF-444B-98DA-33C98B390325}" sibTransId="{77E0C81C-27B2-4C50-B46C-A8FC390C375B}"/>
    <dgm:cxn modelId="{D425B13A-4F96-4F51-B4EC-C99E81132AB1}" type="presOf" srcId="{2D47E899-1A6B-4A23-88E2-9FD62132A878}" destId="{8269F2CA-3B6A-4CAA-AFFA-83ACD695BDD8}" srcOrd="0" destOrd="0" presId="urn:microsoft.com/office/officeart/2016/7/layout/ChevronBlockProcess"/>
    <dgm:cxn modelId="{5C5B0B60-BEAD-4E19-B224-765759491F51}" type="presOf" srcId="{5646546A-CD3E-48A5-9338-FA67331F3231}" destId="{D5391787-BEDC-481C-B9BE-7AFC3ED13707}" srcOrd="0" destOrd="0" presId="urn:microsoft.com/office/officeart/2016/7/layout/ChevronBlockProcess"/>
    <dgm:cxn modelId="{3F590861-8ECB-4B86-9DFC-B3870739A122}" type="presOf" srcId="{7D1DF0A3-4768-4F0A-95D1-23E5AAB56DF6}" destId="{06FA8318-1452-4609-B7BD-EF51D1E4A982}" srcOrd="0" destOrd="0" presId="urn:microsoft.com/office/officeart/2016/7/layout/ChevronBlockProcess"/>
    <dgm:cxn modelId="{EB227A69-071C-46AF-A568-28F6C1528D77}" srcId="{2D47E899-1A6B-4A23-88E2-9FD62132A878}" destId="{93F40F18-22B0-48A3-839D-D46FEB0EB6EA}" srcOrd="4" destOrd="0" parTransId="{FB954A9C-9066-4D01-97A5-9C6055B0865C}" sibTransId="{9BF92D68-176F-4539-80A1-0ED9F6D41F86}"/>
    <dgm:cxn modelId="{C88CF34B-1746-4074-B0C8-DFA9B313B6A8}" srcId="{14C6D080-316F-4E87-B510-0464A171439E}" destId="{8CD4E9AB-455D-404E-8CDD-60E0537F99AD}" srcOrd="0" destOrd="0" parTransId="{B72378F8-5A5F-4CA8-BAA5-7A7AB078038C}" sibTransId="{77D4044A-6F16-4521-A1C7-20B8F10667FC}"/>
    <dgm:cxn modelId="{3D9E0B50-F153-441F-AF03-5C0C4C47DAF1}" srcId="{2D47E899-1A6B-4A23-88E2-9FD62132A878}" destId="{B06D37AE-8DA3-4541-BC98-F152ED887528}" srcOrd="1" destOrd="0" parTransId="{E190E327-857D-4C66-8F5C-27B00D4992C4}" sibTransId="{7F88CFA8-D5D0-4531-BB4C-EAA83C34EB91}"/>
    <dgm:cxn modelId="{E6B10C89-3360-46D6-A0AF-F9D3F96BB710}" srcId="{B06D37AE-8DA3-4541-BC98-F152ED887528}" destId="{2F627466-BCE5-448B-93B9-7F1D618A6506}" srcOrd="0" destOrd="0" parTransId="{94EA03AC-51EE-455F-8FDD-6DA16FD7D1E9}" sibTransId="{8E0B4CBB-420C-4665-9BA6-E1E9687AE371}"/>
    <dgm:cxn modelId="{3826598C-A398-469D-977F-F17EA9C289E5}" srcId="{2D47E899-1A6B-4A23-88E2-9FD62132A878}" destId="{83D2A863-1184-4588-B354-AD72542485CD}" srcOrd="0" destOrd="0" parTransId="{25FEF3FE-C60C-4435-A1C7-ED19C1E12952}" sibTransId="{D7E74722-9315-4504-9F6F-54B3FFDE8E58}"/>
    <dgm:cxn modelId="{F282669D-CC9D-466B-8ED5-A51C587DD65F}" type="presOf" srcId="{8CD4E9AB-455D-404E-8CDD-60E0537F99AD}" destId="{E5248272-8831-4289-9E7D-A074D1EFD314}" srcOrd="0" destOrd="0" presId="urn:microsoft.com/office/officeart/2016/7/layout/ChevronBlockProcess"/>
    <dgm:cxn modelId="{6613A99F-053C-420D-80DB-D1A30EE87993}" type="presOf" srcId="{06D404DF-10F6-4C08-89C9-EE41EE92C6FE}" destId="{5128EBBD-9A0D-4C15-AD40-9C413803619B}" srcOrd="0" destOrd="0" presId="urn:microsoft.com/office/officeart/2016/7/layout/ChevronBlockProcess"/>
    <dgm:cxn modelId="{9ACBE4A3-DCA8-4B30-BCAF-78C7B44E74F4}" type="presOf" srcId="{B22375E5-4BDE-4522-9F6D-5C36756027E4}" destId="{BA347FFA-CC0B-436A-9084-CB3973A965BF}" srcOrd="0" destOrd="0" presId="urn:microsoft.com/office/officeart/2016/7/layout/ChevronBlockProcess"/>
    <dgm:cxn modelId="{2792D3B9-71FA-47D8-A2F3-14FCA065B76A}" type="presOf" srcId="{93F40F18-22B0-48A3-839D-D46FEB0EB6EA}" destId="{3A41371D-87F2-48C4-8953-33A6F0F3AF27}" srcOrd="0" destOrd="0" presId="urn:microsoft.com/office/officeart/2016/7/layout/ChevronBlockProcess"/>
    <dgm:cxn modelId="{539B36BD-1832-4E61-A806-DDD9B526F3EF}" srcId="{83D2A863-1184-4588-B354-AD72542485CD}" destId="{5646546A-CD3E-48A5-9338-FA67331F3231}" srcOrd="0" destOrd="0" parTransId="{00C94B48-3F4C-40C7-9394-7A73937D6E50}" sibTransId="{6A669E92-16F1-44DC-9348-906FE2677BE8}"/>
    <dgm:cxn modelId="{D1E409C6-5345-4E5D-AE99-2619C1BE29EB}" type="presOf" srcId="{2F627466-BCE5-448B-93B9-7F1D618A6506}" destId="{F1E967DC-335A-4B80-8F71-402B6D1B4A82}" srcOrd="0" destOrd="0" presId="urn:microsoft.com/office/officeart/2016/7/layout/ChevronBlockProcess"/>
    <dgm:cxn modelId="{411212CB-13C5-4DDD-863A-1CD24CBE1E6A}" srcId="{2D47E899-1A6B-4A23-88E2-9FD62132A878}" destId="{14C6D080-316F-4E87-B510-0464A171439E}" srcOrd="2" destOrd="0" parTransId="{25D99224-309E-4410-A6CD-76D6D9D05791}" sibTransId="{705DAD8D-9CCC-4F8C-BC54-0A64E06A1A8B}"/>
    <dgm:cxn modelId="{225340D3-7D23-497A-A79D-EBB880BABD5A}" type="presOf" srcId="{B06D37AE-8DA3-4541-BC98-F152ED887528}" destId="{9928B581-6225-416D-A802-E31D71AB5710}" srcOrd="0" destOrd="0" presId="urn:microsoft.com/office/officeart/2016/7/layout/ChevronBlockProcess"/>
    <dgm:cxn modelId="{08A06EE1-AC79-4D5C-887F-A88505159780}" type="presOf" srcId="{14C6D080-316F-4E87-B510-0464A171439E}" destId="{C5FEBB33-3FBB-44E3-80E1-477FDAF9F225}" srcOrd="0" destOrd="0" presId="urn:microsoft.com/office/officeart/2016/7/layout/ChevronBlockProcess"/>
    <dgm:cxn modelId="{5ACB26E9-4334-40E9-A753-4327DD46A156}" srcId="{93F40F18-22B0-48A3-839D-D46FEB0EB6EA}" destId="{B22375E5-4BDE-4522-9F6D-5C36756027E4}" srcOrd="0" destOrd="0" parTransId="{9D5D3BC6-AFBC-4167-979B-5D0A47821926}" sibTransId="{E15D4A58-A32D-4EEB-8DD3-4BBF43D265E2}"/>
    <dgm:cxn modelId="{5DD3F08A-8510-4F55-8B0D-765991B71350}" type="presParOf" srcId="{8269F2CA-3B6A-4CAA-AFFA-83ACD695BDD8}" destId="{8B0E5210-53E3-4668-A48E-BEBD6265AFD9}" srcOrd="0" destOrd="0" presId="urn:microsoft.com/office/officeart/2016/7/layout/ChevronBlockProcess"/>
    <dgm:cxn modelId="{FA296E09-7410-471C-90F7-4C23CC29582E}" type="presParOf" srcId="{8B0E5210-53E3-4668-A48E-BEBD6265AFD9}" destId="{128CE274-BCE3-4155-AC7F-BCA329478DB8}" srcOrd="0" destOrd="0" presId="urn:microsoft.com/office/officeart/2016/7/layout/ChevronBlockProcess"/>
    <dgm:cxn modelId="{E8BE4CAA-72CA-47CD-888F-D5E9BD623AB6}" type="presParOf" srcId="{8B0E5210-53E3-4668-A48E-BEBD6265AFD9}" destId="{D5391787-BEDC-481C-B9BE-7AFC3ED13707}" srcOrd="1" destOrd="0" presId="urn:microsoft.com/office/officeart/2016/7/layout/ChevronBlockProcess"/>
    <dgm:cxn modelId="{F3C83EF4-6B5C-47ED-8607-A7CE166D7274}" type="presParOf" srcId="{8269F2CA-3B6A-4CAA-AFFA-83ACD695BDD8}" destId="{69BB59CE-321D-4A65-8BD0-14416F41698B}" srcOrd="1" destOrd="0" presId="urn:microsoft.com/office/officeart/2016/7/layout/ChevronBlockProcess"/>
    <dgm:cxn modelId="{3B3D4B4A-62A0-48F6-94A9-8B6CCF4899F1}" type="presParOf" srcId="{8269F2CA-3B6A-4CAA-AFFA-83ACD695BDD8}" destId="{EE048CA8-D4D0-4D39-9B73-101529FBE14C}" srcOrd="2" destOrd="0" presId="urn:microsoft.com/office/officeart/2016/7/layout/ChevronBlockProcess"/>
    <dgm:cxn modelId="{1178CAEA-98EB-442C-9B7A-3E28E3739F87}" type="presParOf" srcId="{EE048CA8-D4D0-4D39-9B73-101529FBE14C}" destId="{9928B581-6225-416D-A802-E31D71AB5710}" srcOrd="0" destOrd="0" presId="urn:microsoft.com/office/officeart/2016/7/layout/ChevronBlockProcess"/>
    <dgm:cxn modelId="{80FCB54D-B2C3-425A-9F0E-1CE0B58E8E15}" type="presParOf" srcId="{EE048CA8-D4D0-4D39-9B73-101529FBE14C}" destId="{F1E967DC-335A-4B80-8F71-402B6D1B4A82}" srcOrd="1" destOrd="0" presId="urn:microsoft.com/office/officeart/2016/7/layout/ChevronBlockProcess"/>
    <dgm:cxn modelId="{32543626-304D-4659-82A3-DB983BA10447}" type="presParOf" srcId="{8269F2CA-3B6A-4CAA-AFFA-83ACD695BDD8}" destId="{62961806-798E-4FA9-924E-CDE432DF11C7}" srcOrd="3" destOrd="0" presId="urn:microsoft.com/office/officeart/2016/7/layout/ChevronBlockProcess"/>
    <dgm:cxn modelId="{56DA7CA2-1600-49A0-8D69-088184633512}" type="presParOf" srcId="{8269F2CA-3B6A-4CAA-AFFA-83ACD695BDD8}" destId="{4A64156B-4DE9-4527-A519-A9D50BDC2B7C}" srcOrd="4" destOrd="0" presId="urn:microsoft.com/office/officeart/2016/7/layout/ChevronBlockProcess"/>
    <dgm:cxn modelId="{B9BD2B61-6E60-4204-A789-ECB4BD2A15C2}" type="presParOf" srcId="{4A64156B-4DE9-4527-A519-A9D50BDC2B7C}" destId="{C5FEBB33-3FBB-44E3-80E1-477FDAF9F225}" srcOrd="0" destOrd="0" presId="urn:microsoft.com/office/officeart/2016/7/layout/ChevronBlockProcess"/>
    <dgm:cxn modelId="{418757CE-3DB2-476B-862C-B8336F1C68A9}" type="presParOf" srcId="{4A64156B-4DE9-4527-A519-A9D50BDC2B7C}" destId="{E5248272-8831-4289-9E7D-A074D1EFD314}" srcOrd="1" destOrd="0" presId="urn:microsoft.com/office/officeart/2016/7/layout/ChevronBlockProcess"/>
    <dgm:cxn modelId="{60841A17-3EFB-40AC-BA90-22C2514DE654}" type="presParOf" srcId="{8269F2CA-3B6A-4CAA-AFFA-83ACD695BDD8}" destId="{4C7B457E-3EEB-42AB-BA0A-5C6C60F72700}" srcOrd="5" destOrd="0" presId="urn:microsoft.com/office/officeart/2016/7/layout/ChevronBlockProcess"/>
    <dgm:cxn modelId="{C947AFD3-43D1-428B-ADCC-40BA82947C75}" type="presParOf" srcId="{8269F2CA-3B6A-4CAA-AFFA-83ACD695BDD8}" destId="{CDCD3EB2-DE0F-4068-AF99-84470F854629}" srcOrd="6" destOrd="0" presId="urn:microsoft.com/office/officeart/2016/7/layout/ChevronBlockProcess"/>
    <dgm:cxn modelId="{B5BF0F63-39B1-4A5A-8D2D-8F3AD6F730E2}" type="presParOf" srcId="{CDCD3EB2-DE0F-4068-AF99-84470F854629}" destId="{06FA8318-1452-4609-B7BD-EF51D1E4A982}" srcOrd="0" destOrd="0" presId="urn:microsoft.com/office/officeart/2016/7/layout/ChevronBlockProcess"/>
    <dgm:cxn modelId="{7043DB5E-5F58-4791-995E-DE7CF3081512}" type="presParOf" srcId="{CDCD3EB2-DE0F-4068-AF99-84470F854629}" destId="{5128EBBD-9A0D-4C15-AD40-9C413803619B}" srcOrd="1" destOrd="0" presId="urn:microsoft.com/office/officeart/2016/7/layout/ChevronBlockProcess"/>
    <dgm:cxn modelId="{6F606222-69C7-4CA2-8B02-9BE468DE4216}" type="presParOf" srcId="{8269F2CA-3B6A-4CAA-AFFA-83ACD695BDD8}" destId="{09EE7BD0-F80D-4B7F-A6C7-4ED2B9898577}" srcOrd="7" destOrd="0" presId="urn:microsoft.com/office/officeart/2016/7/layout/ChevronBlockProcess"/>
    <dgm:cxn modelId="{8E9DFCBF-928A-4DA6-9327-99D9C501CF38}" type="presParOf" srcId="{8269F2CA-3B6A-4CAA-AFFA-83ACD695BDD8}" destId="{78731A38-BEE0-41D0-AA0F-5E943103D1E8}" srcOrd="8" destOrd="0" presId="urn:microsoft.com/office/officeart/2016/7/layout/ChevronBlockProcess"/>
    <dgm:cxn modelId="{604194B6-6DDC-4DC0-91D8-B084F0058F4C}" type="presParOf" srcId="{78731A38-BEE0-41D0-AA0F-5E943103D1E8}" destId="{3A41371D-87F2-48C4-8953-33A6F0F3AF27}" srcOrd="0" destOrd="0" presId="urn:microsoft.com/office/officeart/2016/7/layout/ChevronBlockProcess"/>
    <dgm:cxn modelId="{D01A943F-579B-4B77-8C44-0225861B909C}" type="presParOf" srcId="{78731A38-BEE0-41D0-AA0F-5E943103D1E8}" destId="{BA347FFA-CC0B-436A-9084-CB3973A965BF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6AEC0D-9339-4CEE-B57F-D01AD65DCADF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3231C16-C0FD-405A-B3D9-9DE62D5A355D}">
      <dgm:prSet/>
      <dgm:spPr/>
      <dgm:t>
        <a:bodyPr/>
        <a:lstStyle/>
        <a:p>
          <a:r>
            <a:rPr lang="en-US"/>
            <a:t>Python 3.x</a:t>
          </a:r>
        </a:p>
      </dgm:t>
    </dgm:pt>
    <dgm:pt modelId="{9D1DC79D-F5CA-4686-8B92-3E642D73AE21}" type="parTrans" cxnId="{95211779-3D33-4A7E-A4F7-713845669B0B}">
      <dgm:prSet/>
      <dgm:spPr/>
      <dgm:t>
        <a:bodyPr/>
        <a:lstStyle/>
        <a:p>
          <a:endParaRPr lang="en-US"/>
        </a:p>
      </dgm:t>
    </dgm:pt>
    <dgm:pt modelId="{1A61D4F4-C2E6-461D-818C-E1429A571304}" type="sibTrans" cxnId="{95211779-3D33-4A7E-A4F7-713845669B0B}">
      <dgm:prSet/>
      <dgm:spPr/>
      <dgm:t>
        <a:bodyPr/>
        <a:lstStyle/>
        <a:p>
          <a:endParaRPr lang="en-US"/>
        </a:p>
      </dgm:t>
    </dgm:pt>
    <dgm:pt modelId="{55FE2AB0-9573-4EA1-AAAF-9C06744FA26B}">
      <dgm:prSet/>
      <dgm:spPr/>
      <dgm:t>
        <a:bodyPr/>
        <a:lstStyle/>
        <a:p>
          <a:r>
            <a:rPr lang="en-US"/>
            <a:t>Pygame Library </a:t>
          </a:r>
        </a:p>
      </dgm:t>
    </dgm:pt>
    <dgm:pt modelId="{31894E15-5FF0-47AE-B52F-1129598FAC90}" type="parTrans" cxnId="{A5F053E4-B965-4588-952F-C5B244E9E585}">
      <dgm:prSet/>
      <dgm:spPr/>
      <dgm:t>
        <a:bodyPr/>
        <a:lstStyle/>
        <a:p>
          <a:endParaRPr lang="en-US"/>
        </a:p>
      </dgm:t>
    </dgm:pt>
    <dgm:pt modelId="{3B05AB61-C0B1-4944-A2A7-EAA508E3299F}" type="sibTrans" cxnId="{A5F053E4-B965-4588-952F-C5B244E9E585}">
      <dgm:prSet/>
      <dgm:spPr/>
      <dgm:t>
        <a:bodyPr/>
        <a:lstStyle/>
        <a:p>
          <a:endParaRPr lang="en-US"/>
        </a:p>
      </dgm:t>
    </dgm:pt>
    <dgm:pt modelId="{2C6FDF23-8DA2-4A2E-AFFB-B9D7C5C376D6}">
      <dgm:prSet/>
      <dgm:spPr/>
      <dgm:t>
        <a:bodyPr/>
        <a:lstStyle/>
        <a:p>
          <a:r>
            <a:rPr lang="en-US"/>
            <a:t>VS Code </a:t>
          </a:r>
        </a:p>
      </dgm:t>
    </dgm:pt>
    <dgm:pt modelId="{FFE86094-D393-4DF3-A9AF-C7F2AB8B1307}" type="parTrans" cxnId="{A368BCD6-2E32-44ED-9E31-1E615BE5C2B3}">
      <dgm:prSet/>
      <dgm:spPr/>
      <dgm:t>
        <a:bodyPr/>
        <a:lstStyle/>
        <a:p>
          <a:endParaRPr lang="en-US"/>
        </a:p>
      </dgm:t>
    </dgm:pt>
    <dgm:pt modelId="{F084A6D1-5EA7-4E3A-85E0-E57397A11B52}" type="sibTrans" cxnId="{A368BCD6-2E32-44ED-9E31-1E615BE5C2B3}">
      <dgm:prSet/>
      <dgm:spPr/>
      <dgm:t>
        <a:bodyPr/>
        <a:lstStyle/>
        <a:p>
          <a:endParaRPr lang="en-US"/>
        </a:p>
      </dgm:t>
    </dgm:pt>
    <dgm:pt modelId="{9C63D71F-A26B-4C80-A865-273DB391701D}">
      <dgm:prSet/>
      <dgm:spPr/>
      <dgm:t>
        <a:bodyPr/>
        <a:lstStyle/>
        <a:p>
          <a:r>
            <a:rPr lang="en-US"/>
            <a:t>GitHub</a:t>
          </a:r>
        </a:p>
      </dgm:t>
    </dgm:pt>
    <dgm:pt modelId="{E2A52CC2-F3A1-4DC8-91C0-FB3F88C01BD2}" type="parTrans" cxnId="{32CCA7B9-04BB-4ACA-8B84-9C65D52CADA4}">
      <dgm:prSet/>
      <dgm:spPr/>
      <dgm:t>
        <a:bodyPr/>
        <a:lstStyle/>
        <a:p>
          <a:endParaRPr lang="en-US"/>
        </a:p>
      </dgm:t>
    </dgm:pt>
    <dgm:pt modelId="{0D6269F5-1F59-45F0-B239-3EF0AAC6AAD1}" type="sibTrans" cxnId="{32CCA7B9-04BB-4ACA-8B84-9C65D52CADA4}">
      <dgm:prSet/>
      <dgm:spPr/>
      <dgm:t>
        <a:bodyPr/>
        <a:lstStyle/>
        <a:p>
          <a:endParaRPr lang="en-US"/>
        </a:p>
      </dgm:t>
    </dgm:pt>
    <dgm:pt modelId="{FAC84EB1-7C42-41F2-B929-8B853E36C3E4}" type="pres">
      <dgm:prSet presAssocID="{736AEC0D-9339-4CEE-B57F-D01AD65DCADF}" presName="matrix" presStyleCnt="0">
        <dgm:presLayoutVars>
          <dgm:chMax val="1"/>
          <dgm:dir/>
          <dgm:resizeHandles val="exact"/>
        </dgm:presLayoutVars>
      </dgm:prSet>
      <dgm:spPr/>
    </dgm:pt>
    <dgm:pt modelId="{AA4E9C93-4D2B-4BAE-9C0B-A0AD021633BE}" type="pres">
      <dgm:prSet presAssocID="{736AEC0D-9339-4CEE-B57F-D01AD65DCADF}" presName="diamond" presStyleLbl="bgShp" presStyleIdx="0" presStyleCnt="1"/>
      <dgm:spPr/>
    </dgm:pt>
    <dgm:pt modelId="{1ACA9CEB-69C0-4257-B8E3-8EAE258BA1EC}" type="pres">
      <dgm:prSet presAssocID="{736AEC0D-9339-4CEE-B57F-D01AD65DCAD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8D1AE48-CE0E-4A79-86AD-AFF4BEAFF738}" type="pres">
      <dgm:prSet presAssocID="{736AEC0D-9339-4CEE-B57F-D01AD65DCAD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CEC55B9-7DCF-45B1-A780-D31B0E914741}" type="pres">
      <dgm:prSet presAssocID="{736AEC0D-9339-4CEE-B57F-D01AD65DCAD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0B8D76C-5B42-47AB-997A-79AC8883F334}" type="pres">
      <dgm:prSet presAssocID="{736AEC0D-9339-4CEE-B57F-D01AD65DCAD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52AEE05-A452-42A0-8EAB-9B0AD30BBD77}" type="presOf" srcId="{55FE2AB0-9573-4EA1-AAAF-9C06744FA26B}" destId="{F8D1AE48-CE0E-4A79-86AD-AFF4BEAFF738}" srcOrd="0" destOrd="0" presId="urn:microsoft.com/office/officeart/2005/8/layout/matrix3"/>
    <dgm:cxn modelId="{7A985E39-3C2B-449C-87D3-E2190D893ED7}" type="presOf" srcId="{736AEC0D-9339-4CEE-B57F-D01AD65DCADF}" destId="{FAC84EB1-7C42-41F2-B929-8B853E36C3E4}" srcOrd="0" destOrd="0" presId="urn:microsoft.com/office/officeart/2005/8/layout/matrix3"/>
    <dgm:cxn modelId="{95211779-3D33-4A7E-A4F7-713845669B0B}" srcId="{736AEC0D-9339-4CEE-B57F-D01AD65DCADF}" destId="{A3231C16-C0FD-405A-B3D9-9DE62D5A355D}" srcOrd="0" destOrd="0" parTransId="{9D1DC79D-F5CA-4686-8B92-3E642D73AE21}" sibTransId="{1A61D4F4-C2E6-461D-818C-E1429A571304}"/>
    <dgm:cxn modelId="{4C31E8B6-9D6B-430C-BC8C-B3131CE34F1E}" type="presOf" srcId="{9C63D71F-A26B-4C80-A865-273DB391701D}" destId="{30B8D76C-5B42-47AB-997A-79AC8883F334}" srcOrd="0" destOrd="0" presId="urn:microsoft.com/office/officeart/2005/8/layout/matrix3"/>
    <dgm:cxn modelId="{32CCA7B9-04BB-4ACA-8B84-9C65D52CADA4}" srcId="{736AEC0D-9339-4CEE-B57F-D01AD65DCADF}" destId="{9C63D71F-A26B-4C80-A865-273DB391701D}" srcOrd="3" destOrd="0" parTransId="{E2A52CC2-F3A1-4DC8-91C0-FB3F88C01BD2}" sibTransId="{0D6269F5-1F59-45F0-B239-3EF0AAC6AAD1}"/>
    <dgm:cxn modelId="{1027C3CC-C87F-4A91-9D72-085CD7B156B5}" type="presOf" srcId="{A3231C16-C0FD-405A-B3D9-9DE62D5A355D}" destId="{1ACA9CEB-69C0-4257-B8E3-8EAE258BA1EC}" srcOrd="0" destOrd="0" presId="urn:microsoft.com/office/officeart/2005/8/layout/matrix3"/>
    <dgm:cxn modelId="{A368BCD6-2E32-44ED-9E31-1E615BE5C2B3}" srcId="{736AEC0D-9339-4CEE-B57F-D01AD65DCADF}" destId="{2C6FDF23-8DA2-4A2E-AFFB-B9D7C5C376D6}" srcOrd="2" destOrd="0" parTransId="{FFE86094-D393-4DF3-A9AF-C7F2AB8B1307}" sibTransId="{F084A6D1-5EA7-4E3A-85E0-E57397A11B52}"/>
    <dgm:cxn modelId="{A5F053E4-B965-4588-952F-C5B244E9E585}" srcId="{736AEC0D-9339-4CEE-B57F-D01AD65DCADF}" destId="{55FE2AB0-9573-4EA1-AAAF-9C06744FA26B}" srcOrd="1" destOrd="0" parTransId="{31894E15-5FF0-47AE-B52F-1129598FAC90}" sibTransId="{3B05AB61-C0B1-4944-A2A7-EAA508E3299F}"/>
    <dgm:cxn modelId="{18FB3AF0-1075-4F1D-8975-1F4F94B0CAF1}" type="presOf" srcId="{2C6FDF23-8DA2-4A2E-AFFB-B9D7C5C376D6}" destId="{3CEC55B9-7DCF-45B1-A780-D31B0E914741}" srcOrd="0" destOrd="0" presId="urn:microsoft.com/office/officeart/2005/8/layout/matrix3"/>
    <dgm:cxn modelId="{26BB5B21-9899-4ED3-9516-9F6EBA14006D}" type="presParOf" srcId="{FAC84EB1-7C42-41F2-B929-8B853E36C3E4}" destId="{AA4E9C93-4D2B-4BAE-9C0B-A0AD021633BE}" srcOrd="0" destOrd="0" presId="urn:microsoft.com/office/officeart/2005/8/layout/matrix3"/>
    <dgm:cxn modelId="{975CA2F6-2A1D-41A1-8627-7407AF77A9F5}" type="presParOf" srcId="{FAC84EB1-7C42-41F2-B929-8B853E36C3E4}" destId="{1ACA9CEB-69C0-4257-B8E3-8EAE258BA1EC}" srcOrd="1" destOrd="0" presId="urn:microsoft.com/office/officeart/2005/8/layout/matrix3"/>
    <dgm:cxn modelId="{B76F2AA0-020D-402C-B6E7-685956C9C184}" type="presParOf" srcId="{FAC84EB1-7C42-41F2-B929-8B853E36C3E4}" destId="{F8D1AE48-CE0E-4A79-86AD-AFF4BEAFF738}" srcOrd="2" destOrd="0" presId="urn:microsoft.com/office/officeart/2005/8/layout/matrix3"/>
    <dgm:cxn modelId="{88BEA69C-99E3-4D3A-A121-0AA7425440FB}" type="presParOf" srcId="{FAC84EB1-7C42-41F2-B929-8B853E36C3E4}" destId="{3CEC55B9-7DCF-45B1-A780-D31B0E914741}" srcOrd="3" destOrd="0" presId="urn:microsoft.com/office/officeart/2005/8/layout/matrix3"/>
    <dgm:cxn modelId="{9B0E3FA3-71AE-49E2-A1A3-E46C3C7A3A69}" type="presParOf" srcId="{FAC84EB1-7C42-41F2-B929-8B853E36C3E4}" destId="{30B8D76C-5B42-47AB-997A-79AC8883F33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EBFFCE-F9CD-4382-8AC0-580031281EA5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7A2CBA-28E5-44C5-B311-18F40F4343F8}">
      <dgm:prSet/>
      <dgm:spPr/>
      <dgm:t>
        <a:bodyPr/>
        <a:lstStyle/>
        <a:p>
          <a:r>
            <a:rPr lang="en-US"/>
            <a:t>Initialize</a:t>
          </a:r>
        </a:p>
      </dgm:t>
    </dgm:pt>
    <dgm:pt modelId="{EE86F593-A21F-4535-82F9-8FABD12F3A35}" type="parTrans" cxnId="{BD9FF7C6-9AD2-4C09-B112-9324ACE632DC}">
      <dgm:prSet/>
      <dgm:spPr/>
      <dgm:t>
        <a:bodyPr/>
        <a:lstStyle/>
        <a:p>
          <a:endParaRPr lang="en-US"/>
        </a:p>
      </dgm:t>
    </dgm:pt>
    <dgm:pt modelId="{9EDA64FA-3F63-4481-A0BE-CAB09FD2EBD0}" type="sibTrans" cxnId="{BD9FF7C6-9AD2-4C09-B112-9324ACE632DC}">
      <dgm:prSet/>
      <dgm:spPr/>
      <dgm:t>
        <a:bodyPr/>
        <a:lstStyle/>
        <a:p>
          <a:endParaRPr lang="en-US"/>
        </a:p>
      </dgm:t>
    </dgm:pt>
    <dgm:pt modelId="{2F22590C-4AFE-4DC0-A785-180694B2BB71}">
      <dgm:prSet/>
      <dgm:spPr/>
      <dgm:t>
        <a:bodyPr/>
        <a:lstStyle/>
        <a:p>
          <a:r>
            <a:rPr lang="en-US"/>
            <a:t>Initialize Pygame and create game window.</a:t>
          </a:r>
        </a:p>
      </dgm:t>
    </dgm:pt>
    <dgm:pt modelId="{640BEF62-82C6-41C6-867B-693983AEE041}" type="parTrans" cxnId="{86594A5E-A7F4-401D-A3F4-DBCCFDB82660}">
      <dgm:prSet/>
      <dgm:spPr/>
      <dgm:t>
        <a:bodyPr/>
        <a:lstStyle/>
        <a:p>
          <a:endParaRPr lang="en-US"/>
        </a:p>
      </dgm:t>
    </dgm:pt>
    <dgm:pt modelId="{5BE28CAE-BE9A-4B57-BA15-B93C0C23EEAB}" type="sibTrans" cxnId="{86594A5E-A7F4-401D-A3F4-DBCCFDB82660}">
      <dgm:prSet/>
      <dgm:spPr/>
      <dgm:t>
        <a:bodyPr/>
        <a:lstStyle/>
        <a:p>
          <a:endParaRPr lang="en-US"/>
        </a:p>
      </dgm:t>
    </dgm:pt>
    <dgm:pt modelId="{04333884-C829-4B7E-8933-0B5383E54BB6}">
      <dgm:prSet/>
      <dgm:spPr/>
      <dgm:t>
        <a:bodyPr/>
        <a:lstStyle/>
        <a:p>
          <a:r>
            <a:rPr lang="en-US"/>
            <a:t>Implement</a:t>
          </a:r>
        </a:p>
      </dgm:t>
    </dgm:pt>
    <dgm:pt modelId="{23F25E57-3A14-4207-BBC2-AFA2911A5176}" type="parTrans" cxnId="{6BFE8304-D506-48A1-92A1-E5415FF58442}">
      <dgm:prSet/>
      <dgm:spPr/>
      <dgm:t>
        <a:bodyPr/>
        <a:lstStyle/>
        <a:p>
          <a:endParaRPr lang="en-US"/>
        </a:p>
      </dgm:t>
    </dgm:pt>
    <dgm:pt modelId="{4A10F0FA-7ED3-4E90-9F80-396221F871DA}" type="sibTrans" cxnId="{6BFE8304-D506-48A1-92A1-E5415FF58442}">
      <dgm:prSet/>
      <dgm:spPr/>
      <dgm:t>
        <a:bodyPr/>
        <a:lstStyle/>
        <a:p>
          <a:endParaRPr lang="en-US"/>
        </a:p>
      </dgm:t>
    </dgm:pt>
    <dgm:pt modelId="{95F39B85-029E-4B7A-A390-4D0A219A2882}">
      <dgm:prSet/>
      <dgm:spPr/>
      <dgm:t>
        <a:bodyPr/>
        <a:lstStyle/>
        <a:p>
          <a:r>
            <a:rPr lang="en-US"/>
            <a:t>Implement snake movement using Vector2. </a:t>
          </a:r>
        </a:p>
      </dgm:t>
    </dgm:pt>
    <dgm:pt modelId="{BBCD40CD-7760-4330-AAE0-AB4541C19C79}" type="parTrans" cxnId="{049CD1D5-EBF5-4E73-9756-1BA8D1CD2ABB}">
      <dgm:prSet/>
      <dgm:spPr/>
      <dgm:t>
        <a:bodyPr/>
        <a:lstStyle/>
        <a:p>
          <a:endParaRPr lang="en-US"/>
        </a:p>
      </dgm:t>
    </dgm:pt>
    <dgm:pt modelId="{D050188C-0CF0-42CD-A69F-85708B5044E1}" type="sibTrans" cxnId="{049CD1D5-EBF5-4E73-9756-1BA8D1CD2ABB}">
      <dgm:prSet/>
      <dgm:spPr/>
      <dgm:t>
        <a:bodyPr/>
        <a:lstStyle/>
        <a:p>
          <a:endParaRPr lang="en-US"/>
        </a:p>
      </dgm:t>
    </dgm:pt>
    <dgm:pt modelId="{31276079-819C-4477-91D8-67424D74E672}">
      <dgm:prSet/>
      <dgm:spPr/>
      <dgm:t>
        <a:bodyPr/>
        <a:lstStyle/>
        <a:p>
          <a:r>
            <a:rPr lang="en-US"/>
            <a:t>Generate</a:t>
          </a:r>
        </a:p>
      </dgm:t>
    </dgm:pt>
    <dgm:pt modelId="{E7757D5D-CA69-4333-A941-C9FD4BFF63A8}" type="parTrans" cxnId="{709667E6-5D16-4E3A-9E39-C51B6E1B0851}">
      <dgm:prSet/>
      <dgm:spPr/>
      <dgm:t>
        <a:bodyPr/>
        <a:lstStyle/>
        <a:p>
          <a:endParaRPr lang="en-US"/>
        </a:p>
      </dgm:t>
    </dgm:pt>
    <dgm:pt modelId="{8DA4CA1A-B7B8-47EF-9344-9E34ED43C4DA}" type="sibTrans" cxnId="{709667E6-5D16-4E3A-9E39-C51B6E1B0851}">
      <dgm:prSet/>
      <dgm:spPr/>
      <dgm:t>
        <a:bodyPr/>
        <a:lstStyle/>
        <a:p>
          <a:endParaRPr lang="en-US"/>
        </a:p>
      </dgm:t>
    </dgm:pt>
    <dgm:pt modelId="{F9D37354-CDFE-4110-A570-E52AF3F58B21}">
      <dgm:prSet/>
      <dgm:spPr/>
      <dgm:t>
        <a:bodyPr/>
        <a:lstStyle/>
        <a:p>
          <a:r>
            <a:rPr lang="en-US"/>
            <a:t>Generate food randomly. </a:t>
          </a:r>
        </a:p>
      </dgm:t>
    </dgm:pt>
    <dgm:pt modelId="{FFFD6B10-7611-4CD2-8990-A3034E920D24}" type="parTrans" cxnId="{F859A3FD-BA11-4190-9CE8-8737B310FA74}">
      <dgm:prSet/>
      <dgm:spPr/>
      <dgm:t>
        <a:bodyPr/>
        <a:lstStyle/>
        <a:p>
          <a:endParaRPr lang="en-US"/>
        </a:p>
      </dgm:t>
    </dgm:pt>
    <dgm:pt modelId="{47E4202B-73CD-4EBF-A368-909948142BA1}" type="sibTrans" cxnId="{F859A3FD-BA11-4190-9CE8-8737B310FA74}">
      <dgm:prSet/>
      <dgm:spPr/>
      <dgm:t>
        <a:bodyPr/>
        <a:lstStyle/>
        <a:p>
          <a:endParaRPr lang="en-US"/>
        </a:p>
      </dgm:t>
    </dgm:pt>
    <dgm:pt modelId="{3863C336-8902-447C-8827-EE288334500B}">
      <dgm:prSet/>
      <dgm:spPr/>
      <dgm:t>
        <a:bodyPr/>
        <a:lstStyle/>
        <a:p>
          <a:r>
            <a:rPr lang="en-US"/>
            <a:t>Detect</a:t>
          </a:r>
        </a:p>
      </dgm:t>
    </dgm:pt>
    <dgm:pt modelId="{6A2B7A0B-7B64-40FD-8DBA-6C8C12DD242C}" type="parTrans" cxnId="{CE56D1C0-69A6-4EA4-B44F-85E86FD35A51}">
      <dgm:prSet/>
      <dgm:spPr/>
      <dgm:t>
        <a:bodyPr/>
        <a:lstStyle/>
        <a:p>
          <a:endParaRPr lang="en-US"/>
        </a:p>
      </dgm:t>
    </dgm:pt>
    <dgm:pt modelId="{87D2B98D-E984-41B5-8F69-4BCBAF5578EF}" type="sibTrans" cxnId="{CE56D1C0-69A6-4EA4-B44F-85E86FD35A51}">
      <dgm:prSet/>
      <dgm:spPr/>
      <dgm:t>
        <a:bodyPr/>
        <a:lstStyle/>
        <a:p>
          <a:endParaRPr lang="en-US"/>
        </a:p>
      </dgm:t>
    </dgm:pt>
    <dgm:pt modelId="{C7440B28-4BDC-4A8D-9F07-F4FD6C8DE11C}">
      <dgm:prSet/>
      <dgm:spPr/>
      <dgm:t>
        <a:bodyPr/>
        <a:lstStyle/>
        <a:p>
          <a:r>
            <a:rPr lang="en-US"/>
            <a:t>Detect collisions (wall &amp; self).</a:t>
          </a:r>
        </a:p>
      </dgm:t>
    </dgm:pt>
    <dgm:pt modelId="{4AEF13FF-EE64-4886-86E9-71474943153C}" type="parTrans" cxnId="{AC39A14A-CA18-43E3-99F9-1DFCA83A25EE}">
      <dgm:prSet/>
      <dgm:spPr/>
      <dgm:t>
        <a:bodyPr/>
        <a:lstStyle/>
        <a:p>
          <a:endParaRPr lang="en-US"/>
        </a:p>
      </dgm:t>
    </dgm:pt>
    <dgm:pt modelId="{7B159215-22BE-445F-ADD6-2FDB306202D0}" type="sibTrans" cxnId="{AC39A14A-CA18-43E3-99F9-1DFCA83A25EE}">
      <dgm:prSet/>
      <dgm:spPr/>
      <dgm:t>
        <a:bodyPr/>
        <a:lstStyle/>
        <a:p>
          <a:endParaRPr lang="en-US"/>
        </a:p>
      </dgm:t>
    </dgm:pt>
    <dgm:pt modelId="{C9DBAFCA-7A08-4A73-A153-3B97D42675A1}">
      <dgm:prSet/>
      <dgm:spPr/>
      <dgm:t>
        <a:bodyPr/>
        <a:lstStyle/>
        <a:p>
          <a:r>
            <a:rPr lang="en-US"/>
            <a:t>Update</a:t>
          </a:r>
        </a:p>
      </dgm:t>
    </dgm:pt>
    <dgm:pt modelId="{E2196BBD-A27D-4745-944D-5643BD2DC159}" type="parTrans" cxnId="{7B55A3A4-724C-4E57-B5B9-09595D01E366}">
      <dgm:prSet/>
      <dgm:spPr/>
      <dgm:t>
        <a:bodyPr/>
        <a:lstStyle/>
        <a:p>
          <a:endParaRPr lang="en-US"/>
        </a:p>
      </dgm:t>
    </dgm:pt>
    <dgm:pt modelId="{09E70FE2-E475-4C54-931C-608F348DA8C6}" type="sibTrans" cxnId="{7B55A3A4-724C-4E57-B5B9-09595D01E366}">
      <dgm:prSet/>
      <dgm:spPr/>
      <dgm:t>
        <a:bodyPr/>
        <a:lstStyle/>
        <a:p>
          <a:endParaRPr lang="en-US"/>
        </a:p>
      </dgm:t>
    </dgm:pt>
    <dgm:pt modelId="{B8FD1A89-4001-4D5B-9F4A-3986EAEB3E86}">
      <dgm:prSet/>
      <dgm:spPr/>
      <dgm:t>
        <a:bodyPr/>
        <a:lstStyle/>
        <a:p>
          <a:r>
            <a:rPr lang="en-US"/>
            <a:t>Update score. </a:t>
          </a:r>
        </a:p>
      </dgm:t>
    </dgm:pt>
    <dgm:pt modelId="{5EF71269-979F-4251-A754-C7DEEF7462FE}" type="parTrans" cxnId="{EC7D001D-6C89-4580-A385-CEF3AFF107DC}">
      <dgm:prSet/>
      <dgm:spPr/>
      <dgm:t>
        <a:bodyPr/>
        <a:lstStyle/>
        <a:p>
          <a:endParaRPr lang="en-US"/>
        </a:p>
      </dgm:t>
    </dgm:pt>
    <dgm:pt modelId="{514B4378-CA15-4C4E-9BBC-4D75651A4135}" type="sibTrans" cxnId="{EC7D001D-6C89-4580-A385-CEF3AFF107DC}">
      <dgm:prSet/>
      <dgm:spPr/>
      <dgm:t>
        <a:bodyPr/>
        <a:lstStyle/>
        <a:p>
          <a:endParaRPr lang="en-US"/>
        </a:p>
      </dgm:t>
    </dgm:pt>
    <dgm:pt modelId="{53B7D250-75E7-4B2D-81D7-40E6E958071D}">
      <dgm:prSet/>
      <dgm:spPr/>
      <dgm:t>
        <a:bodyPr/>
        <a:lstStyle/>
        <a:p>
          <a:r>
            <a:rPr lang="en-US"/>
            <a:t>Add</a:t>
          </a:r>
        </a:p>
      </dgm:t>
    </dgm:pt>
    <dgm:pt modelId="{7418A61C-4FCF-4890-BC6F-A4E06AE7FD2D}" type="parTrans" cxnId="{C9E468CD-EA89-4E18-BE18-38F36AFACE33}">
      <dgm:prSet/>
      <dgm:spPr/>
      <dgm:t>
        <a:bodyPr/>
        <a:lstStyle/>
        <a:p>
          <a:endParaRPr lang="en-US"/>
        </a:p>
      </dgm:t>
    </dgm:pt>
    <dgm:pt modelId="{1F2DCA27-EC9E-47BE-9134-0A819B889005}" type="sibTrans" cxnId="{C9E468CD-EA89-4E18-BE18-38F36AFACE33}">
      <dgm:prSet/>
      <dgm:spPr/>
      <dgm:t>
        <a:bodyPr/>
        <a:lstStyle/>
        <a:p>
          <a:endParaRPr lang="en-US"/>
        </a:p>
      </dgm:t>
    </dgm:pt>
    <dgm:pt modelId="{7CC8EB84-899B-4979-BB13-3F9BE9C72037}">
      <dgm:prSet/>
      <dgm:spPr/>
      <dgm:t>
        <a:bodyPr/>
        <a:lstStyle/>
        <a:p>
          <a:r>
            <a:rPr lang="en-US"/>
            <a:t>Add tongue animation and visual effects.</a:t>
          </a:r>
        </a:p>
      </dgm:t>
    </dgm:pt>
    <dgm:pt modelId="{77544FD3-8DDA-4026-A6CF-9CB493BAC520}" type="parTrans" cxnId="{842DEE2C-ECA0-4FED-89CA-2E76D9B67BBC}">
      <dgm:prSet/>
      <dgm:spPr/>
      <dgm:t>
        <a:bodyPr/>
        <a:lstStyle/>
        <a:p>
          <a:endParaRPr lang="en-US"/>
        </a:p>
      </dgm:t>
    </dgm:pt>
    <dgm:pt modelId="{8C1FB194-44DA-4ED6-AD04-A272FAFFF3E6}" type="sibTrans" cxnId="{842DEE2C-ECA0-4FED-89CA-2E76D9B67BBC}">
      <dgm:prSet/>
      <dgm:spPr/>
      <dgm:t>
        <a:bodyPr/>
        <a:lstStyle/>
        <a:p>
          <a:endParaRPr lang="en-US"/>
        </a:p>
      </dgm:t>
    </dgm:pt>
    <dgm:pt modelId="{D5E2FD97-0D05-495A-9690-ACDA47FEB11E}" type="pres">
      <dgm:prSet presAssocID="{73EBFFCE-F9CD-4382-8AC0-580031281EA5}" presName="Name0" presStyleCnt="0">
        <dgm:presLayoutVars>
          <dgm:dir/>
          <dgm:animLvl val="lvl"/>
          <dgm:resizeHandles val="exact"/>
        </dgm:presLayoutVars>
      </dgm:prSet>
      <dgm:spPr/>
    </dgm:pt>
    <dgm:pt modelId="{88BB4281-F56A-4E4F-B52E-FF24BB7A1CF5}" type="pres">
      <dgm:prSet presAssocID="{53B7D250-75E7-4B2D-81D7-40E6E958071D}" presName="boxAndChildren" presStyleCnt="0"/>
      <dgm:spPr/>
    </dgm:pt>
    <dgm:pt modelId="{C5978E5B-968B-48C0-BF2E-CBD37C51DEE3}" type="pres">
      <dgm:prSet presAssocID="{53B7D250-75E7-4B2D-81D7-40E6E958071D}" presName="parentTextBox" presStyleLbl="alignNode1" presStyleIdx="0" presStyleCnt="6"/>
      <dgm:spPr/>
    </dgm:pt>
    <dgm:pt modelId="{AFC62956-B63E-492A-91D1-F154F792EA28}" type="pres">
      <dgm:prSet presAssocID="{53B7D250-75E7-4B2D-81D7-40E6E958071D}" presName="descendantBox" presStyleLbl="bgAccFollowNode1" presStyleIdx="0" presStyleCnt="6"/>
      <dgm:spPr/>
    </dgm:pt>
    <dgm:pt modelId="{17849A24-1AD9-45E3-B14B-56BB2CFB53DC}" type="pres">
      <dgm:prSet presAssocID="{09E70FE2-E475-4C54-931C-608F348DA8C6}" presName="sp" presStyleCnt="0"/>
      <dgm:spPr/>
    </dgm:pt>
    <dgm:pt modelId="{C3359AD9-FB12-4996-BDF5-BEBE3662CDF5}" type="pres">
      <dgm:prSet presAssocID="{C9DBAFCA-7A08-4A73-A153-3B97D42675A1}" presName="arrowAndChildren" presStyleCnt="0"/>
      <dgm:spPr/>
    </dgm:pt>
    <dgm:pt modelId="{D9617528-C235-4B2D-B331-182D7EBF92DF}" type="pres">
      <dgm:prSet presAssocID="{C9DBAFCA-7A08-4A73-A153-3B97D42675A1}" presName="parentTextArrow" presStyleLbl="node1" presStyleIdx="0" presStyleCnt="0"/>
      <dgm:spPr/>
    </dgm:pt>
    <dgm:pt modelId="{2F5347A5-3E11-4C14-9A14-0EB8C53A5B7B}" type="pres">
      <dgm:prSet presAssocID="{C9DBAFCA-7A08-4A73-A153-3B97D42675A1}" presName="arrow" presStyleLbl="alignNode1" presStyleIdx="1" presStyleCnt="6"/>
      <dgm:spPr/>
    </dgm:pt>
    <dgm:pt modelId="{44BB5454-ED53-412B-A078-B2C1ADDE0BB7}" type="pres">
      <dgm:prSet presAssocID="{C9DBAFCA-7A08-4A73-A153-3B97D42675A1}" presName="descendantArrow" presStyleLbl="bgAccFollowNode1" presStyleIdx="1" presStyleCnt="6"/>
      <dgm:spPr/>
    </dgm:pt>
    <dgm:pt modelId="{61327649-5CC5-4345-B5C5-F3648FF0EEB8}" type="pres">
      <dgm:prSet presAssocID="{87D2B98D-E984-41B5-8F69-4BCBAF5578EF}" presName="sp" presStyleCnt="0"/>
      <dgm:spPr/>
    </dgm:pt>
    <dgm:pt modelId="{7ADBDDE6-ED23-4D18-8928-C8B7DD57F7D9}" type="pres">
      <dgm:prSet presAssocID="{3863C336-8902-447C-8827-EE288334500B}" presName="arrowAndChildren" presStyleCnt="0"/>
      <dgm:spPr/>
    </dgm:pt>
    <dgm:pt modelId="{6B9834CB-F5FA-40F2-B7C5-28D2DB8AAAE4}" type="pres">
      <dgm:prSet presAssocID="{3863C336-8902-447C-8827-EE288334500B}" presName="parentTextArrow" presStyleLbl="node1" presStyleIdx="0" presStyleCnt="0"/>
      <dgm:spPr/>
    </dgm:pt>
    <dgm:pt modelId="{0F8E1AD2-294A-4432-801F-991A0B8F5EE2}" type="pres">
      <dgm:prSet presAssocID="{3863C336-8902-447C-8827-EE288334500B}" presName="arrow" presStyleLbl="alignNode1" presStyleIdx="2" presStyleCnt="6"/>
      <dgm:spPr/>
    </dgm:pt>
    <dgm:pt modelId="{0A2E6CDC-2C89-49FE-BE10-59E39D61A344}" type="pres">
      <dgm:prSet presAssocID="{3863C336-8902-447C-8827-EE288334500B}" presName="descendantArrow" presStyleLbl="bgAccFollowNode1" presStyleIdx="2" presStyleCnt="6"/>
      <dgm:spPr/>
    </dgm:pt>
    <dgm:pt modelId="{20C1403A-6392-4E04-B66E-53FE7E4F2C0D}" type="pres">
      <dgm:prSet presAssocID="{8DA4CA1A-B7B8-47EF-9344-9E34ED43C4DA}" presName="sp" presStyleCnt="0"/>
      <dgm:spPr/>
    </dgm:pt>
    <dgm:pt modelId="{D47E6B67-E5E1-4E1F-B300-DE061F086D36}" type="pres">
      <dgm:prSet presAssocID="{31276079-819C-4477-91D8-67424D74E672}" presName="arrowAndChildren" presStyleCnt="0"/>
      <dgm:spPr/>
    </dgm:pt>
    <dgm:pt modelId="{CEA79B49-8C3E-46D2-BCAA-D2A6B70871DC}" type="pres">
      <dgm:prSet presAssocID="{31276079-819C-4477-91D8-67424D74E672}" presName="parentTextArrow" presStyleLbl="node1" presStyleIdx="0" presStyleCnt="0"/>
      <dgm:spPr/>
    </dgm:pt>
    <dgm:pt modelId="{1E162A84-C7F1-49A0-99AD-5BB13FC42C64}" type="pres">
      <dgm:prSet presAssocID="{31276079-819C-4477-91D8-67424D74E672}" presName="arrow" presStyleLbl="alignNode1" presStyleIdx="3" presStyleCnt="6"/>
      <dgm:spPr/>
    </dgm:pt>
    <dgm:pt modelId="{768AE6C9-6ECE-498D-8487-F76B88A9A397}" type="pres">
      <dgm:prSet presAssocID="{31276079-819C-4477-91D8-67424D74E672}" presName="descendantArrow" presStyleLbl="bgAccFollowNode1" presStyleIdx="3" presStyleCnt="6"/>
      <dgm:spPr/>
    </dgm:pt>
    <dgm:pt modelId="{4972EB98-F03F-4530-81A4-F5344DACA996}" type="pres">
      <dgm:prSet presAssocID="{4A10F0FA-7ED3-4E90-9F80-396221F871DA}" presName="sp" presStyleCnt="0"/>
      <dgm:spPr/>
    </dgm:pt>
    <dgm:pt modelId="{9C635EB7-8C94-4936-9306-41D33EB7070E}" type="pres">
      <dgm:prSet presAssocID="{04333884-C829-4B7E-8933-0B5383E54BB6}" presName="arrowAndChildren" presStyleCnt="0"/>
      <dgm:spPr/>
    </dgm:pt>
    <dgm:pt modelId="{75562748-A846-4C1C-8803-1862C9D34E36}" type="pres">
      <dgm:prSet presAssocID="{04333884-C829-4B7E-8933-0B5383E54BB6}" presName="parentTextArrow" presStyleLbl="node1" presStyleIdx="0" presStyleCnt="0"/>
      <dgm:spPr/>
    </dgm:pt>
    <dgm:pt modelId="{43FA8B6E-69B8-4434-8B15-486ADAF6A7B7}" type="pres">
      <dgm:prSet presAssocID="{04333884-C829-4B7E-8933-0B5383E54BB6}" presName="arrow" presStyleLbl="alignNode1" presStyleIdx="4" presStyleCnt="6"/>
      <dgm:spPr/>
    </dgm:pt>
    <dgm:pt modelId="{2467AD40-815A-44DA-BCA7-73D9F488DA84}" type="pres">
      <dgm:prSet presAssocID="{04333884-C829-4B7E-8933-0B5383E54BB6}" presName="descendantArrow" presStyleLbl="bgAccFollowNode1" presStyleIdx="4" presStyleCnt="6"/>
      <dgm:spPr/>
    </dgm:pt>
    <dgm:pt modelId="{C14EDCEC-F2D3-4511-8FB4-7811B27F27AD}" type="pres">
      <dgm:prSet presAssocID="{9EDA64FA-3F63-4481-A0BE-CAB09FD2EBD0}" presName="sp" presStyleCnt="0"/>
      <dgm:spPr/>
    </dgm:pt>
    <dgm:pt modelId="{B5737853-0F75-4433-AF58-F5A16D1C2640}" type="pres">
      <dgm:prSet presAssocID="{E17A2CBA-28E5-44C5-B311-18F40F4343F8}" presName="arrowAndChildren" presStyleCnt="0"/>
      <dgm:spPr/>
    </dgm:pt>
    <dgm:pt modelId="{8BF09625-D3A8-4186-9973-96FB35A590E0}" type="pres">
      <dgm:prSet presAssocID="{E17A2CBA-28E5-44C5-B311-18F40F4343F8}" presName="parentTextArrow" presStyleLbl="node1" presStyleIdx="0" presStyleCnt="0"/>
      <dgm:spPr/>
    </dgm:pt>
    <dgm:pt modelId="{62DB4BD1-49D3-4620-8362-601D0B85951F}" type="pres">
      <dgm:prSet presAssocID="{E17A2CBA-28E5-44C5-B311-18F40F4343F8}" presName="arrow" presStyleLbl="alignNode1" presStyleIdx="5" presStyleCnt="6"/>
      <dgm:spPr/>
    </dgm:pt>
    <dgm:pt modelId="{C047B9EC-FBBC-4CF5-8486-4BB6F660E2EF}" type="pres">
      <dgm:prSet presAssocID="{E17A2CBA-28E5-44C5-B311-18F40F4343F8}" presName="descendantArrow" presStyleLbl="bgAccFollowNode1" presStyleIdx="5" presStyleCnt="6"/>
      <dgm:spPr/>
    </dgm:pt>
  </dgm:ptLst>
  <dgm:cxnLst>
    <dgm:cxn modelId="{6BFE8304-D506-48A1-92A1-E5415FF58442}" srcId="{73EBFFCE-F9CD-4382-8AC0-580031281EA5}" destId="{04333884-C829-4B7E-8933-0B5383E54BB6}" srcOrd="1" destOrd="0" parTransId="{23F25E57-3A14-4207-BBC2-AFA2911A5176}" sibTransId="{4A10F0FA-7ED3-4E90-9F80-396221F871DA}"/>
    <dgm:cxn modelId="{B042800D-A85C-4779-AEF4-3636AAE11338}" type="presOf" srcId="{B8FD1A89-4001-4D5B-9F4A-3986EAEB3E86}" destId="{44BB5454-ED53-412B-A078-B2C1ADDE0BB7}" srcOrd="0" destOrd="0" presId="urn:microsoft.com/office/officeart/2016/7/layout/VerticalDownArrowProcess"/>
    <dgm:cxn modelId="{30D76512-B37F-44E6-9538-BA537F08C274}" type="presOf" srcId="{31276079-819C-4477-91D8-67424D74E672}" destId="{CEA79B49-8C3E-46D2-BCAA-D2A6B70871DC}" srcOrd="0" destOrd="0" presId="urn:microsoft.com/office/officeart/2016/7/layout/VerticalDownArrowProcess"/>
    <dgm:cxn modelId="{EC7D001D-6C89-4580-A385-CEF3AFF107DC}" srcId="{C9DBAFCA-7A08-4A73-A153-3B97D42675A1}" destId="{B8FD1A89-4001-4D5B-9F4A-3986EAEB3E86}" srcOrd="0" destOrd="0" parTransId="{5EF71269-979F-4251-A754-C7DEEF7462FE}" sibTransId="{514B4378-CA15-4C4E-9BBC-4D75651A4135}"/>
    <dgm:cxn modelId="{C47E2E27-8EB6-4099-A822-E69AE7D72059}" type="presOf" srcId="{7CC8EB84-899B-4979-BB13-3F9BE9C72037}" destId="{AFC62956-B63E-492A-91D1-F154F792EA28}" srcOrd="0" destOrd="0" presId="urn:microsoft.com/office/officeart/2016/7/layout/VerticalDownArrowProcess"/>
    <dgm:cxn modelId="{3F538627-7668-46EE-8439-C38183F4C08F}" type="presOf" srcId="{E17A2CBA-28E5-44C5-B311-18F40F4343F8}" destId="{62DB4BD1-49D3-4620-8362-601D0B85951F}" srcOrd="1" destOrd="0" presId="urn:microsoft.com/office/officeart/2016/7/layout/VerticalDownArrowProcess"/>
    <dgm:cxn modelId="{842DEE2C-ECA0-4FED-89CA-2E76D9B67BBC}" srcId="{53B7D250-75E7-4B2D-81D7-40E6E958071D}" destId="{7CC8EB84-899B-4979-BB13-3F9BE9C72037}" srcOrd="0" destOrd="0" parTransId="{77544FD3-8DDA-4026-A6CF-9CB493BAC520}" sibTransId="{8C1FB194-44DA-4ED6-AD04-A272FAFFF3E6}"/>
    <dgm:cxn modelId="{2143B62D-05E0-431C-91CA-21B67B53F513}" type="presOf" srcId="{2F22590C-4AFE-4DC0-A785-180694B2BB71}" destId="{C047B9EC-FBBC-4CF5-8486-4BB6F660E2EF}" srcOrd="0" destOrd="0" presId="urn:microsoft.com/office/officeart/2016/7/layout/VerticalDownArrowProcess"/>
    <dgm:cxn modelId="{B7F14F35-5321-4C65-ACD0-700D5968CF3C}" type="presOf" srcId="{04333884-C829-4B7E-8933-0B5383E54BB6}" destId="{75562748-A846-4C1C-8803-1862C9D34E36}" srcOrd="0" destOrd="0" presId="urn:microsoft.com/office/officeart/2016/7/layout/VerticalDownArrowProcess"/>
    <dgm:cxn modelId="{86594A5E-A7F4-401D-A3F4-DBCCFDB82660}" srcId="{E17A2CBA-28E5-44C5-B311-18F40F4343F8}" destId="{2F22590C-4AFE-4DC0-A785-180694B2BB71}" srcOrd="0" destOrd="0" parTransId="{640BEF62-82C6-41C6-867B-693983AEE041}" sibTransId="{5BE28CAE-BE9A-4B57-BA15-B93C0C23EEAB}"/>
    <dgm:cxn modelId="{AC39A14A-CA18-43E3-99F9-1DFCA83A25EE}" srcId="{3863C336-8902-447C-8827-EE288334500B}" destId="{C7440B28-4BDC-4A8D-9F07-F4FD6C8DE11C}" srcOrd="0" destOrd="0" parTransId="{4AEF13FF-EE64-4886-86E9-71474943153C}" sibTransId="{7B159215-22BE-445F-ADD6-2FDB306202D0}"/>
    <dgm:cxn modelId="{46D5CE54-1F0C-470F-AF45-CC9C1A003E55}" type="presOf" srcId="{95F39B85-029E-4B7A-A390-4D0A219A2882}" destId="{2467AD40-815A-44DA-BCA7-73D9F488DA84}" srcOrd="0" destOrd="0" presId="urn:microsoft.com/office/officeart/2016/7/layout/VerticalDownArrowProcess"/>
    <dgm:cxn modelId="{545EA075-05FA-44A6-B8CE-D5475345EE0B}" type="presOf" srcId="{C7440B28-4BDC-4A8D-9F07-F4FD6C8DE11C}" destId="{0A2E6CDC-2C89-49FE-BE10-59E39D61A344}" srcOrd="0" destOrd="0" presId="urn:microsoft.com/office/officeart/2016/7/layout/VerticalDownArrowProcess"/>
    <dgm:cxn modelId="{8D2F8277-EB14-49F1-8128-D9AE3CAEC889}" type="presOf" srcId="{3863C336-8902-447C-8827-EE288334500B}" destId="{0F8E1AD2-294A-4432-801F-991A0B8F5EE2}" srcOrd="1" destOrd="0" presId="urn:microsoft.com/office/officeart/2016/7/layout/VerticalDownArrowProcess"/>
    <dgm:cxn modelId="{E759DD5A-1ED5-4504-A6DF-9D94E1BA7B63}" type="presOf" srcId="{31276079-819C-4477-91D8-67424D74E672}" destId="{1E162A84-C7F1-49A0-99AD-5BB13FC42C64}" srcOrd="1" destOrd="0" presId="urn:microsoft.com/office/officeart/2016/7/layout/VerticalDownArrowProcess"/>
    <dgm:cxn modelId="{FF70CD84-EBD6-48EE-8EF0-8093AD0E4554}" type="presOf" srcId="{04333884-C829-4B7E-8933-0B5383E54BB6}" destId="{43FA8B6E-69B8-4434-8B15-486ADAF6A7B7}" srcOrd="1" destOrd="0" presId="urn:microsoft.com/office/officeart/2016/7/layout/VerticalDownArrowProcess"/>
    <dgm:cxn modelId="{F9547285-7D64-4E6B-93BA-0539CF61E708}" type="presOf" srcId="{E17A2CBA-28E5-44C5-B311-18F40F4343F8}" destId="{8BF09625-D3A8-4186-9973-96FB35A590E0}" srcOrd="0" destOrd="0" presId="urn:microsoft.com/office/officeart/2016/7/layout/VerticalDownArrowProcess"/>
    <dgm:cxn modelId="{1A957A8C-7B1B-4828-84C7-754E7BEEA296}" type="presOf" srcId="{F9D37354-CDFE-4110-A570-E52AF3F58B21}" destId="{768AE6C9-6ECE-498D-8487-F76B88A9A397}" srcOrd="0" destOrd="0" presId="urn:microsoft.com/office/officeart/2016/7/layout/VerticalDownArrowProcess"/>
    <dgm:cxn modelId="{B02B2390-8BF1-45CC-AB54-2DFA39BE5848}" type="presOf" srcId="{73EBFFCE-F9CD-4382-8AC0-580031281EA5}" destId="{D5E2FD97-0D05-495A-9690-ACDA47FEB11E}" srcOrd="0" destOrd="0" presId="urn:microsoft.com/office/officeart/2016/7/layout/VerticalDownArrowProcess"/>
    <dgm:cxn modelId="{7B55A3A4-724C-4E57-B5B9-09595D01E366}" srcId="{73EBFFCE-F9CD-4382-8AC0-580031281EA5}" destId="{C9DBAFCA-7A08-4A73-A153-3B97D42675A1}" srcOrd="4" destOrd="0" parTransId="{E2196BBD-A27D-4745-944D-5643BD2DC159}" sibTransId="{09E70FE2-E475-4C54-931C-608F348DA8C6}"/>
    <dgm:cxn modelId="{62DF9EAE-4F36-4A44-B82D-4492CD688CB0}" type="presOf" srcId="{3863C336-8902-447C-8827-EE288334500B}" destId="{6B9834CB-F5FA-40F2-B7C5-28D2DB8AAAE4}" srcOrd="0" destOrd="0" presId="urn:microsoft.com/office/officeart/2016/7/layout/VerticalDownArrowProcess"/>
    <dgm:cxn modelId="{CE56D1C0-69A6-4EA4-B44F-85E86FD35A51}" srcId="{73EBFFCE-F9CD-4382-8AC0-580031281EA5}" destId="{3863C336-8902-447C-8827-EE288334500B}" srcOrd="3" destOrd="0" parTransId="{6A2B7A0B-7B64-40FD-8DBA-6C8C12DD242C}" sibTransId="{87D2B98D-E984-41B5-8F69-4BCBAF5578EF}"/>
    <dgm:cxn modelId="{BD9FF7C6-9AD2-4C09-B112-9324ACE632DC}" srcId="{73EBFFCE-F9CD-4382-8AC0-580031281EA5}" destId="{E17A2CBA-28E5-44C5-B311-18F40F4343F8}" srcOrd="0" destOrd="0" parTransId="{EE86F593-A21F-4535-82F9-8FABD12F3A35}" sibTransId="{9EDA64FA-3F63-4481-A0BE-CAB09FD2EBD0}"/>
    <dgm:cxn modelId="{C9E468CD-EA89-4E18-BE18-38F36AFACE33}" srcId="{73EBFFCE-F9CD-4382-8AC0-580031281EA5}" destId="{53B7D250-75E7-4B2D-81D7-40E6E958071D}" srcOrd="5" destOrd="0" parTransId="{7418A61C-4FCF-4890-BC6F-A4E06AE7FD2D}" sibTransId="{1F2DCA27-EC9E-47BE-9134-0A819B889005}"/>
    <dgm:cxn modelId="{0F658ED0-CD94-41C6-8628-1C5879EF0439}" type="presOf" srcId="{53B7D250-75E7-4B2D-81D7-40E6E958071D}" destId="{C5978E5B-968B-48C0-BF2E-CBD37C51DEE3}" srcOrd="0" destOrd="0" presId="urn:microsoft.com/office/officeart/2016/7/layout/VerticalDownArrowProcess"/>
    <dgm:cxn modelId="{049CD1D5-EBF5-4E73-9756-1BA8D1CD2ABB}" srcId="{04333884-C829-4B7E-8933-0B5383E54BB6}" destId="{95F39B85-029E-4B7A-A390-4D0A219A2882}" srcOrd="0" destOrd="0" parTransId="{BBCD40CD-7760-4330-AAE0-AB4541C19C79}" sibTransId="{D050188C-0CF0-42CD-A69F-85708B5044E1}"/>
    <dgm:cxn modelId="{957424D8-09E6-463E-9AD2-C09FF40C4B46}" type="presOf" srcId="{C9DBAFCA-7A08-4A73-A153-3B97D42675A1}" destId="{D9617528-C235-4B2D-B331-182D7EBF92DF}" srcOrd="0" destOrd="0" presId="urn:microsoft.com/office/officeart/2016/7/layout/VerticalDownArrowProcess"/>
    <dgm:cxn modelId="{709667E6-5D16-4E3A-9E39-C51B6E1B0851}" srcId="{73EBFFCE-F9CD-4382-8AC0-580031281EA5}" destId="{31276079-819C-4477-91D8-67424D74E672}" srcOrd="2" destOrd="0" parTransId="{E7757D5D-CA69-4333-A941-C9FD4BFF63A8}" sibTransId="{8DA4CA1A-B7B8-47EF-9344-9E34ED43C4DA}"/>
    <dgm:cxn modelId="{2A75E3F0-0E7B-4572-9C1F-798349743734}" type="presOf" srcId="{C9DBAFCA-7A08-4A73-A153-3B97D42675A1}" destId="{2F5347A5-3E11-4C14-9A14-0EB8C53A5B7B}" srcOrd="1" destOrd="0" presId="urn:microsoft.com/office/officeart/2016/7/layout/VerticalDownArrowProcess"/>
    <dgm:cxn modelId="{F859A3FD-BA11-4190-9CE8-8737B310FA74}" srcId="{31276079-819C-4477-91D8-67424D74E672}" destId="{F9D37354-CDFE-4110-A570-E52AF3F58B21}" srcOrd="0" destOrd="0" parTransId="{FFFD6B10-7611-4CD2-8990-A3034E920D24}" sibTransId="{47E4202B-73CD-4EBF-A368-909948142BA1}"/>
    <dgm:cxn modelId="{B7816013-E680-401C-BCAD-5BB6EB4100AE}" type="presParOf" srcId="{D5E2FD97-0D05-495A-9690-ACDA47FEB11E}" destId="{88BB4281-F56A-4E4F-B52E-FF24BB7A1CF5}" srcOrd="0" destOrd="0" presId="urn:microsoft.com/office/officeart/2016/7/layout/VerticalDownArrowProcess"/>
    <dgm:cxn modelId="{657EA1F5-77A0-4AD2-A8AB-BD5B594C86CF}" type="presParOf" srcId="{88BB4281-F56A-4E4F-B52E-FF24BB7A1CF5}" destId="{C5978E5B-968B-48C0-BF2E-CBD37C51DEE3}" srcOrd="0" destOrd="0" presId="urn:microsoft.com/office/officeart/2016/7/layout/VerticalDownArrowProcess"/>
    <dgm:cxn modelId="{FC8AC04F-D5E1-44BB-BA59-40BF7095DC39}" type="presParOf" srcId="{88BB4281-F56A-4E4F-B52E-FF24BB7A1CF5}" destId="{AFC62956-B63E-492A-91D1-F154F792EA28}" srcOrd="1" destOrd="0" presId="urn:microsoft.com/office/officeart/2016/7/layout/VerticalDownArrowProcess"/>
    <dgm:cxn modelId="{6DBD2772-A22D-4BA9-81E0-0EC43F0F3B73}" type="presParOf" srcId="{D5E2FD97-0D05-495A-9690-ACDA47FEB11E}" destId="{17849A24-1AD9-45E3-B14B-56BB2CFB53DC}" srcOrd="1" destOrd="0" presId="urn:microsoft.com/office/officeart/2016/7/layout/VerticalDownArrowProcess"/>
    <dgm:cxn modelId="{D1BF3430-4ACB-4AD9-8DCE-53C5CDC2B00B}" type="presParOf" srcId="{D5E2FD97-0D05-495A-9690-ACDA47FEB11E}" destId="{C3359AD9-FB12-4996-BDF5-BEBE3662CDF5}" srcOrd="2" destOrd="0" presId="urn:microsoft.com/office/officeart/2016/7/layout/VerticalDownArrowProcess"/>
    <dgm:cxn modelId="{990865B3-F379-44AE-809A-7CD0B94ED7E3}" type="presParOf" srcId="{C3359AD9-FB12-4996-BDF5-BEBE3662CDF5}" destId="{D9617528-C235-4B2D-B331-182D7EBF92DF}" srcOrd="0" destOrd="0" presId="urn:microsoft.com/office/officeart/2016/7/layout/VerticalDownArrowProcess"/>
    <dgm:cxn modelId="{AE1D7D73-3921-4137-A236-F2A5C8D17B90}" type="presParOf" srcId="{C3359AD9-FB12-4996-BDF5-BEBE3662CDF5}" destId="{2F5347A5-3E11-4C14-9A14-0EB8C53A5B7B}" srcOrd="1" destOrd="0" presId="urn:microsoft.com/office/officeart/2016/7/layout/VerticalDownArrowProcess"/>
    <dgm:cxn modelId="{6DA9CC67-39CA-4661-99C6-CC8084F3F20A}" type="presParOf" srcId="{C3359AD9-FB12-4996-BDF5-BEBE3662CDF5}" destId="{44BB5454-ED53-412B-A078-B2C1ADDE0BB7}" srcOrd="2" destOrd="0" presId="urn:microsoft.com/office/officeart/2016/7/layout/VerticalDownArrowProcess"/>
    <dgm:cxn modelId="{9324BE25-3AA9-4761-80B5-EED6A4397E5B}" type="presParOf" srcId="{D5E2FD97-0D05-495A-9690-ACDA47FEB11E}" destId="{61327649-5CC5-4345-B5C5-F3648FF0EEB8}" srcOrd="3" destOrd="0" presId="urn:microsoft.com/office/officeart/2016/7/layout/VerticalDownArrowProcess"/>
    <dgm:cxn modelId="{1350899C-6ECF-450C-A59D-5C68E4542F07}" type="presParOf" srcId="{D5E2FD97-0D05-495A-9690-ACDA47FEB11E}" destId="{7ADBDDE6-ED23-4D18-8928-C8B7DD57F7D9}" srcOrd="4" destOrd="0" presId="urn:microsoft.com/office/officeart/2016/7/layout/VerticalDownArrowProcess"/>
    <dgm:cxn modelId="{FF0E8200-CD4C-4EC6-8639-809FA8299BE3}" type="presParOf" srcId="{7ADBDDE6-ED23-4D18-8928-C8B7DD57F7D9}" destId="{6B9834CB-F5FA-40F2-B7C5-28D2DB8AAAE4}" srcOrd="0" destOrd="0" presId="urn:microsoft.com/office/officeart/2016/7/layout/VerticalDownArrowProcess"/>
    <dgm:cxn modelId="{2C8A1AF2-E851-4760-AAC9-54D53EB1A27C}" type="presParOf" srcId="{7ADBDDE6-ED23-4D18-8928-C8B7DD57F7D9}" destId="{0F8E1AD2-294A-4432-801F-991A0B8F5EE2}" srcOrd="1" destOrd="0" presId="urn:microsoft.com/office/officeart/2016/7/layout/VerticalDownArrowProcess"/>
    <dgm:cxn modelId="{00F49F44-7D8E-49C3-8A9E-E4ECEF6EF53E}" type="presParOf" srcId="{7ADBDDE6-ED23-4D18-8928-C8B7DD57F7D9}" destId="{0A2E6CDC-2C89-49FE-BE10-59E39D61A344}" srcOrd="2" destOrd="0" presId="urn:microsoft.com/office/officeart/2016/7/layout/VerticalDownArrowProcess"/>
    <dgm:cxn modelId="{96264BF5-0043-47F5-BA7F-E05A86180396}" type="presParOf" srcId="{D5E2FD97-0D05-495A-9690-ACDA47FEB11E}" destId="{20C1403A-6392-4E04-B66E-53FE7E4F2C0D}" srcOrd="5" destOrd="0" presId="urn:microsoft.com/office/officeart/2016/7/layout/VerticalDownArrowProcess"/>
    <dgm:cxn modelId="{39D117D5-8A31-4E8E-A144-6A18706EE536}" type="presParOf" srcId="{D5E2FD97-0D05-495A-9690-ACDA47FEB11E}" destId="{D47E6B67-E5E1-4E1F-B300-DE061F086D36}" srcOrd="6" destOrd="0" presId="urn:microsoft.com/office/officeart/2016/7/layout/VerticalDownArrowProcess"/>
    <dgm:cxn modelId="{41C30392-C940-434E-987A-D68A7D03D89D}" type="presParOf" srcId="{D47E6B67-E5E1-4E1F-B300-DE061F086D36}" destId="{CEA79B49-8C3E-46D2-BCAA-D2A6B70871DC}" srcOrd="0" destOrd="0" presId="urn:microsoft.com/office/officeart/2016/7/layout/VerticalDownArrowProcess"/>
    <dgm:cxn modelId="{80E21B5A-C159-49DB-8335-6FE1490112C0}" type="presParOf" srcId="{D47E6B67-E5E1-4E1F-B300-DE061F086D36}" destId="{1E162A84-C7F1-49A0-99AD-5BB13FC42C64}" srcOrd="1" destOrd="0" presId="urn:microsoft.com/office/officeart/2016/7/layout/VerticalDownArrowProcess"/>
    <dgm:cxn modelId="{5C6B50CB-6DD1-4D99-8E39-AF4E59051895}" type="presParOf" srcId="{D47E6B67-E5E1-4E1F-B300-DE061F086D36}" destId="{768AE6C9-6ECE-498D-8487-F76B88A9A397}" srcOrd="2" destOrd="0" presId="urn:microsoft.com/office/officeart/2016/7/layout/VerticalDownArrowProcess"/>
    <dgm:cxn modelId="{53212CFC-2845-421D-A6DF-1066A003289F}" type="presParOf" srcId="{D5E2FD97-0D05-495A-9690-ACDA47FEB11E}" destId="{4972EB98-F03F-4530-81A4-F5344DACA996}" srcOrd="7" destOrd="0" presId="urn:microsoft.com/office/officeart/2016/7/layout/VerticalDownArrowProcess"/>
    <dgm:cxn modelId="{1E1BD6A8-156E-44EB-B01F-41E0AEEFAEA0}" type="presParOf" srcId="{D5E2FD97-0D05-495A-9690-ACDA47FEB11E}" destId="{9C635EB7-8C94-4936-9306-41D33EB7070E}" srcOrd="8" destOrd="0" presId="urn:microsoft.com/office/officeart/2016/7/layout/VerticalDownArrowProcess"/>
    <dgm:cxn modelId="{2B2CA9C2-9CD4-473E-8A2F-E1983B3F1A1E}" type="presParOf" srcId="{9C635EB7-8C94-4936-9306-41D33EB7070E}" destId="{75562748-A846-4C1C-8803-1862C9D34E36}" srcOrd="0" destOrd="0" presId="urn:microsoft.com/office/officeart/2016/7/layout/VerticalDownArrowProcess"/>
    <dgm:cxn modelId="{FF614039-13B1-4E88-AB38-ECFC047B939D}" type="presParOf" srcId="{9C635EB7-8C94-4936-9306-41D33EB7070E}" destId="{43FA8B6E-69B8-4434-8B15-486ADAF6A7B7}" srcOrd="1" destOrd="0" presId="urn:microsoft.com/office/officeart/2016/7/layout/VerticalDownArrowProcess"/>
    <dgm:cxn modelId="{BFDB2F69-1A64-42AF-9B2E-112116D5F9CB}" type="presParOf" srcId="{9C635EB7-8C94-4936-9306-41D33EB7070E}" destId="{2467AD40-815A-44DA-BCA7-73D9F488DA84}" srcOrd="2" destOrd="0" presId="urn:microsoft.com/office/officeart/2016/7/layout/VerticalDownArrowProcess"/>
    <dgm:cxn modelId="{1E6B6167-C349-4C40-8377-0DCCA8B6FEA8}" type="presParOf" srcId="{D5E2FD97-0D05-495A-9690-ACDA47FEB11E}" destId="{C14EDCEC-F2D3-4511-8FB4-7811B27F27AD}" srcOrd="9" destOrd="0" presId="urn:microsoft.com/office/officeart/2016/7/layout/VerticalDownArrowProcess"/>
    <dgm:cxn modelId="{1001DE45-C0E2-4C07-9339-E8F0399C32D4}" type="presParOf" srcId="{D5E2FD97-0D05-495A-9690-ACDA47FEB11E}" destId="{B5737853-0F75-4433-AF58-F5A16D1C2640}" srcOrd="10" destOrd="0" presId="urn:microsoft.com/office/officeart/2016/7/layout/VerticalDownArrowProcess"/>
    <dgm:cxn modelId="{1837DA8A-CB51-4FC8-ABB4-61C0B867F51A}" type="presParOf" srcId="{B5737853-0F75-4433-AF58-F5A16D1C2640}" destId="{8BF09625-D3A8-4186-9973-96FB35A590E0}" srcOrd="0" destOrd="0" presId="urn:microsoft.com/office/officeart/2016/7/layout/VerticalDownArrowProcess"/>
    <dgm:cxn modelId="{5D324E41-EA12-48E5-AD93-C8A473930FBE}" type="presParOf" srcId="{B5737853-0F75-4433-AF58-F5A16D1C2640}" destId="{62DB4BD1-49D3-4620-8362-601D0B85951F}" srcOrd="1" destOrd="0" presId="urn:microsoft.com/office/officeart/2016/7/layout/VerticalDownArrowProcess"/>
    <dgm:cxn modelId="{63CBF3FD-782E-40E0-A07F-930E492CE8AB}" type="presParOf" srcId="{B5737853-0F75-4433-AF58-F5A16D1C2640}" destId="{C047B9EC-FBBC-4CF5-8486-4BB6F660E2E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CF0ACB-094A-4304-A102-36592A21DF6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C08A0A-7496-4D7D-818E-2E729FDE66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Game loop using while running</a:t>
          </a:r>
        </a:p>
      </dgm:t>
    </dgm:pt>
    <dgm:pt modelId="{BD3294B9-6A79-434C-9FA3-24CEFF80D880}" type="parTrans" cxnId="{C36E434F-F701-406C-BD8A-7659AA0C91F1}">
      <dgm:prSet/>
      <dgm:spPr/>
      <dgm:t>
        <a:bodyPr/>
        <a:lstStyle/>
        <a:p>
          <a:endParaRPr lang="en-US"/>
        </a:p>
      </dgm:t>
    </dgm:pt>
    <dgm:pt modelId="{D616CC02-A756-4641-BB99-F131345822C5}" type="sibTrans" cxnId="{C36E434F-F701-406C-BD8A-7659AA0C91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401CA2-D1B4-4F3A-A30E-D1E565CA88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Direction control using arrow keys</a:t>
          </a:r>
        </a:p>
      </dgm:t>
    </dgm:pt>
    <dgm:pt modelId="{5B32BB0E-B304-461C-A9AB-60BAC29D08C3}" type="parTrans" cxnId="{C0988998-80A9-4588-889F-22C9A7190427}">
      <dgm:prSet/>
      <dgm:spPr/>
      <dgm:t>
        <a:bodyPr/>
        <a:lstStyle/>
        <a:p>
          <a:endParaRPr lang="en-US"/>
        </a:p>
      </dgm:t>
    </dgm:pt>
    <dgm:pt modelId="{71F97805-07D8-46A2-A4C0-B1BA1D7D4E31}" type="sibTrans" cxnId="{C0988998-80A9-4588-889F-22C9A719042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F74070B-243F-4BA3-B57B-5A7FF6EA48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Collision detection using distance formula </a:t>
          </a:r>
        </a:p>
      </dgm:t>
    </dgm:pt>
    <dgm:pt modelId="{A7F90F35-4953-430A-B44C-64EF514094F3}" type="parTrans" cxnId="{F1C1CF21-B6A6-4630-83AD-0214D8DA1509}">
      <dgm:prSet/>
      <dgm:spPr/>
      <dgm:t>
        <a:bodyPr/>
        <a:lstStyle/>
        <a:p>
          <a:endParaRPr lang="en-US"/>
        </a:p>
      </dgm:t>
    </dgm:pt>
    <dgm:pt modelId="{0AB04145-C216-4552-AF77-62EA00918EEB}" type="sibTrans" cxnId="{F1C1CF21-B6A6-4630-83AD-0214D8DA150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F74D44-93CC-441E-967E-CAD1B2CB45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Rendering using: </a:t>
          </a:r>
        </a:p>
      </dgm:t>
    </dgm:pt>
    <dgm:pt modelId="{B61AEBEE-AE83-4C4F-A4ED-C8314B44A2B2}" type="parTrans" cxnId="{33EE50CB-AA81-4F41-AA81-E63D5BA25FC6}">
      <dgm:prSet/>
      <dgm:spPr/>
      <dgm:t>
        <a:bodyPr/>
        <a:lstStyle/>
        <a:p>
          <a:endParaRPr lang="en-US"/>
        </a:p>
      </dgm:t>
    </dgm:pt>
    <dgm:pt modelId="{CF200C83-F63A-4893-B63E-3C0394FE81E5}" type="sibTrans" cxnId="{33EE50CB-AA81-4F41-AA81-E63D5BA25F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87AB69F-5E7A-4D19-9EC3-FF6878409E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pygame.draw.circle</a:t>
          </a:r>
        </a:p>
      </dgm:t>
    </dgm:pt>
    <dgm:pt modelId="{FFC4338D-7A49-4CF3-BF1D-B3B2FEE359E9}" type="parTrans" cxnId="{BF4FB8C0-896E-4564-969D-D89147BC2017}">
      <dgm:prSet/>
      <dgm:spPr/>
      <dgm:t>
        <a:bodyPr/>
        <a:lstStyle/>
        <a:p>
          <a:endParaRPr lang="en-US"/>
        </a:p>
      </dgm:t>
    </dgm:pt>
    <dgm:pt modelId="{8CFAD3EA-E3A6-495C-90FE-C9C54129045D}" type="sibTrans" cxnId="{BF4FB8C0-896E-4564-969D-D89147BC20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3958D8B-1006-4B6F-8EF6-019E2EF983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pygame.draw.lines</a:t>
          </a:r>
        </a:p>
      </dgm:t>
    </dgm:pt>
    <dgm:pt modelId="{B6832024-A59E-4C94-8AE3-1EB054C410AD}" type="parTrans" cxnId="{1264BF60-DF65-4C05-A0DE-6C806B717DA4}">
      <dgm:prSet/>
      <dgm:spPr/>
      <dgm:t>
        <a:bodyPr/>
        <a:lstStyle/>
        <a:p>
          <a:endParaRPr lang="en-US"/>
        </a:p>
      </dgm:t>
    </dgm:pt>
    <dgm:pt modelId="{59576DBA-FC9D-4E4C-99AE-00748FB2523E}" type="sibTrans" cxnId="{1264BF60-DF65-4C05-A0DE-6C806B717DA4}">
      <dgm:prSet/>
      <dgm:spPr/>
      <dgm:t>
        <a:bodyPr/>
        <a:lstStyle/>
        <a:p>
          <a:endParaRPr lang="en-US"/>
        </a:p>
      </dgm:t>
    </dgm:pt>
    <dgm:pt modelId="{53B2FA22-97A6-44AD-B351-839C7C9C15F9}" type="pres">
      <dgm:prSet presAssocID="{94CF0ACB-094A-4304-A102-36592A21DF60}" presName="root" presStyleCnt="0">
        <dgm:presLayoutVars>
          <dgm:dir/>
          <dgm:resizeHandles val="exact"/>
        </dgm:presLayoutVars>
      </dgm:prSet>
      <dgm:spPr/>
    </dgm:pt>
    <dgm:pt modelId="{B9814425-0727-49EB-B892-C58795B82C96}" type="pres">
      <dgm:prSet presAssocID="{94CF0ACB-094A-4304-A102-36592A21DF60}" presName="container" presStyleCnt="0">
        <dgm:presLayoutVars>
          <dgm:dir/>
          <dgm:resizeHandles val="exact"/>
        </dgm:presLayoutVars>
      </dgm:prSet>
      <dgm:spPr/>
    </dgm:pt>
    <dgm:pt modelId="{4025BC85-4D8A-4B49-BB48-5FF6C34620FC}" type="pres">
      <dgm:prSet presAssocID="{E9C08A0A-7496-4D7D-818E-2E729FDE66DB}" presName="compNode" presStyleCnt="0"/>
      <dgm:spPr/>
    </dgm:pt>
    <dgm:pt modelId="{55D6C7CA-D75D-42BE-81B3-F6D74E10E576}" type="pres">
      <dgm:prSet presAssocID="{E9C08A0A-7496-4D7D-818E-2E729FDE66DB}" presName="iconBgRect" presStyleLbl="bgShp" presStyleIdx="0" presStyleCnt="6"/>
      <dgm:spPr/>
    </dgm:pt>
    <dgm:pt modelId="{CB4B9A2F-4BEF-4FCE-AE6A-E279E1EA0B55}" type="pres">
      <dgm:prSet presAssocID="{E9C08A0A-7496-4D7D-818E-2E729FDE66D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EBF2F839-9F84-4E04-9BFD-1C9293B99212}" type="pres">
      <dgm:prSet presAssocID="{E9C08A0A-7496-4D7D-818E-2E729FDE66DB}" presName="spaceRect" presStyleCnt="0"/>
      <dgm:spPr/>
    </dgm:pt>
    <dgm:pt modelId="{71889601-0C2F-42B0-B110-B634BC12617A}" type="pres">
      <dgm:prSet presAssocID="{E9C08A0A-7496-4D7D-818E-2E729FDE66DB}" presName="textRect" presStyleLbl="revTx" presStyleIdx="0" presStyleCnt="6">
        <dgm:presLayoutVars>
          <dgm:chMax val="1"/>
          <dgm:chPref val="1"/>
        </dgm:presLayoutVars>
      </dgm:prSet>
      <dgm:spPr/>
    </dgm:pt>
    <dgm:pt modelId="{32F62FB5-A6B9-44C5-8A72-8795714392FD}" type="pres">
      <dgm:prSet presAssocID="{D616CC02-A756-4641-BB99-F131345822C5}" presName="sibTrans" presStyleLbl="sibTrans2D1" presStyleIdx="0" presStyleCnt="0"/>
      <dgm:spPr/>
    </dgm:pt>
    <dgm:pt modelId="{E3D241F1-DD2B-4C2F-ABAB-1082EFA41DC0}" type="pres">
      <dgm:prSet presAssocID="{D4401CA2-D1B4-4F3A-A30E-D1E565CA8889}" presName="compNode" presStyleCnt="0"/>
      <dgm:spPr/>
    </dgm:pt>
    <dgm:pt modelId="{48932072-078D-4E1E-97F1-6B5F14EE01A4}" type="pres">
      <dgm:prSet presAssocID="{D4401CA2-D1B4-4F3A-A30E-D1E565CA8889}" presName="iconBgRect" presStyleLbl="bgShp" presStyleIdx="1" presStyleCnt="6"/>
      <dgm:spPr/>
    </dgm:pt>
    <dgm:pt modelId="{DEA7ED78-E1DF-4547-B8F6-FB52CB8E1F12}" type="pres">
      <dgm:prSet presAssocID="{D4401CA2-D1B4-4F3A-A30E-D1E565CA8889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D212732-4D7C-4F34-8C98-AAA1DD7DB544}" type="pres">
      <dgm:prSet presAssocID="{D4401CA2-D1B4-4F3A-A30E-D1E565CA8889}" presName="spaceRect" presStyleCnt="0"/>
      <dgm:spPr/>
    </dgm:pt>
    <dgm:pt modelId="{D9401A81-B9F9-48B8-B85E-CF2507433733}" type="pres">
      <dgm:prSet presAssocID="{D4401CA2-D1B4-4F3A-A30E-D1E565CA8889}" presName="textRect" presStyleLbl="revTx" presStyleIdx="1" presStyleCnt="6">
        <dgm:presLayoutVars>
          <dgm:chMax val="1"/>
          <dgm:chPref val="1"/>
        </dgm:presLayoutVars>
      </dgm:prSet>
      <dgm:spPr/>
    </dgm:pt>
    <dgm:pt modelId="{93845F91-E59B-4FE4-A28A-1B0FAFB4B0BD}" type="pres">
      <dgm:prSet presAssocID="{71F97805-07D8-46A2-A4C0-B1BA1D7D4E31}" presName="sibTrans" presStyleLbl="sibTrans2D1" presStyleIdx="0" presStyleCnt="0"/>
      <dgm:spPr/>
    </dgm:pt>
    <dgm:pt modelId="{ADB3877E-DFC8-49D9-9277-9823A25B512C}" type="pres">
      <dgm:prSet presAssocID="{EF74070B-243F-4BA3-B57B-5A7FF6EA4832}" presName="compNode" presStyleCnt="0"/>
      <dgm:spPr/>
    </dgm:pt>
    <dgm:pt modelId="{5C2488D3-A532-469B-8C7B-F59D9181860E}" type="pres">
      <dgm:prSet presAssocID="{EF74070B-243F-4BA3-B57B-5A7FF6EA4832}" presName="iconBgRect" presStyleLbl="bgShp" presStyleIdx="2" presStyleCnt="6"/>
      <dgm:spPr/>
    </dgm:pt>
    <dgm:pt modelId="{CC376D54-C62C-4247-8177-A611B4EC3732}" type="pres">
      <dgm:prSet presAssocID="{EF74070B-243F-4BA3-B57B-5A7FF6EA4832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93942A0B-75D7-4D5F-9EF7-0B0B13A56EDC}" type="pres">
      <dgm:prSet presAssocID="{EF74070B-243F-4BA3-B57B-5A7FF6EA4832}" presName="spaceRect" presStyleCnt="0"/>
      <dgm:spPr/>
    </dgm:pt>
    <dgm:pt modelId="{26E4A98A-2B69-4B73-B373-6CA2A54E44F7}" type="pres">
      <dgm:prSet presAssocID="{EF74070B-243F-4BA3-B57B-5A7FF6EA4832}" presName="textRect" presStyleLbl="revTx" presStyleIdx="2" presStyleCnt="6">
        <dgm:presLayoutVars>
          <dgm:chMax val="1"/>
          <dgm:chPref val="1"/>
        </dgm:presLayoutVars>
      </dgm:prSet>
      <dgm:spPr/>
    </dgm:pt>
    <dgm:pt modelId="{3248957B-FAD0-4E76-A4AB-EDA4D0A93449}" type="pres">
      <dgm:prSet presAssocID="{0AB04145-C216-4552-AF77-62EA00918EEB}" presName="sibTrans" presStyleLbl="sibTrans2D1" presStyleIdx="0" presStyleCnt="0"/>
      <dgm:spPr/>
    </dgm:pt>
    <dgm:pt modelId="{11CE9984-AD03-450E-8933-A3095D45D4F9}" type="pres">
      <dgm:prSet presAssocID="{34F74D44-93CC-441E-967E-CAD1B2CB4596}" presName="compNode" presStyleCnt="0"/>
      <dgm:spPr/>
    </dgm:pt>
    <dgm:pt modelId="{646EE772-EB3F-40D9-AA77-E21519001F48}" type="pres">
      <dgm:prSet presAssocID="{34F74D44-93CC-441E-967E-CAD1B2CB4596}" presName="iconBgRect" presStyleLbl="bgShp" presStyleIdx="3" presStyleCnt="6"/>
      <dgm:spPr/>
    </dgm:pt>
    <dgm:pt modelId="{775E824F-77BF-4341-BF03-33F545FFBB0E}" type="pres">
      <dgm:prSet presAssocID="{34F74D44-93CC-441E-967E-CAD1B2CB459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5EDCA0AE-43AE-48BB-86FC-771215035BDF}" type="pres">
      <dgm:prSet presAssocID="{34F74D44-93CC-441E-967E-CAD1B2CB4596}" presName="spaceRect" presStyleCnt="0"/>
      <dgm:spPr/>
    </dgm:pt>
    <dgm:pt modelId="{BBA9BFC6-26F5-448C-B142-98DCE131692E}" type="pres">
      <dgm:prSet presAssocID="{34F74D44-93CC-441E-967E-CAD1B2CB4596}" presName="textRect" presStyleLbl="revTx" presStyleIdx="3" presStyleCnt="6">
        <dgm:presLayoutVars>
          <dgm:chMax val="1"/>
          <dgm:chPref val="1"/>
        </dgm:presLayoutVars>
      </dgm:prSet>
      <dgm:spPr/>
    </dgm:pt>
    <dgm:pt modelId="{833DFB10-1584-4EE0-B2B1-CB4FB646337A}" type="pres">
      <dgm:prSet presAssocID="{CF200C83-F63A-4893-B63E-3C0394FE81E5}" presName="sibTrans" presStyleLbl="sibTrans2D1" presStyleIdx="0" presStyleCnt="0"/>
      <dgm:spPr/>
    </dgm:pt>
    <dgm:pt modelId="{39FD76BE-0451-4DF0-8FBF-B7A5D18C5EC7}" type="pres">
      <dgm:prSet presAssocID="{F87AB69F-5E7A-4D19-9EC3-FF6878409EB7}" presName="compNode" presStyleCnt="0"/>
      <dgm:spPr/>
    </dgm:pt>
    <dgm:pt modelId="{8225E62D-A69B-4D11-840A-68502D223CB3}" type="pres">
      <dgm:prSet presAssocID="{F87AB69F-5E7A-4D19-9EC3-FF6878409EB7}" presName="iconBgRect" presStyleLbl="bgShp" presStyleIdx="4" presStyleCnt="6"/>
      <dgm:spPr/>
    </dgm:pt>
    <dgm:pt modelId="{40C4C891-BBD2-49C3-B1D9-17E495F6C584}" type="pres">
      <dgm:prSet presAssocID="{F87AB69F-5E7A-4D19-9EC3-FF6878409EB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AC593A6B-DC29-47D1-ABEF-DA2E794B1D84}" type="pres">
      <dgm:prSet presAssocID="{F87AB69F-5E7A-4D19-9EC3-FF6878409EB7}" presName="spaceRect" presStyleCnt="0"/>
      <dgm:spPr/>
    </dgm:pt>
    <dgm:pt modelId="{9E8CDC20-FBD3-4D35-BEE3-009CFB094347}" type="pres">
      <dgm:prSet presAssocID="{F87AB69F-5E7A-4D19-9EC3-FF6878409EB7}" presName="textRect" presStyleLbl="revTx" presStyleIdx="4" presStyleCnt="6">
        <dgm:presLayoutVars>
          <dgm:chMax val="1"/>
          <dgm:chPref val="1"/>
        </dgm:presLayoutVars>
      </dgm:prSet>
      <dgm:spPr/>
    </dgm:pt>
    <dgm:pt modelId="{0D1FB60F-788E-47DD-8FF8-0A3A61347A7A}" type="pres">
      <dgm:prSet presAssocID="{8CFAD3EA-E3A6-495C-90FE-C9C54129045D}" presName="sibTrans" presStyleLbl="sibTrans2D1" presStyleIdx="0" presStyleCnt="0"/>
      <dgm:spPr/>
    </dgm:pt>
    <dgm:pt modelId="{D1D465C2-A0A2-45A8-AC0E-90BA25F535A8}" type="pres">
      <dgm:prSet presAssocID="{93958D8B-1006-4B6F-8EF6-019E2EF983B0}" presName="compNode" presStyleCnt="0"/>
      <dgm:spPr/>
    </dgm:pt>
    <dgm:pt modelId="{F5258915-4144-4105-94A8-DFC380B0E24A}" type="pres">
      <dgm:prSet presAssocID="{93958D8B-1006-4B6F-8EF6-019E2EF983B0}" presName="iconBgRect" presStyleLbl="bgShp" presStyleIdx="5" presStyleCnt="6"/>
      <dgm:spPr/>
    </dgm:pt>
    <dgm:pt modelId="{BA414D6C-3131-499A-B0D5-FF67337D188B}" type="pres">
      <dgm:prSet presAssocID="{93958D8B-1006-4B6F-8EF6-019E2EF983B0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thpaste"/>
        </a:ext>
      </dgm:extLst>
    </dgm:pt>
    <dgm:pt modelId="{14121299-B36C-495B-8908-244E67D05512}" type="pres">
      <dgm:prSet presAssocID="{93958D8B-1006-4B6F-8EF6-019E2EF983B0}" presName="spaceRect" presStyleCnt="0"/>
      <dgm:spPr/>
    </dgm:pt>
    <dgm:pt modelId="{F40195B1-BFE7-4F07-B82C-648AE2BE2F49}" type="pres">
      <dgm:prSet presAssocID="{93958D8B-1006-4B6F-8EF6-019E2EF983B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8569500-ED1A-4F37-8863-B5E8EDEB983B}" type="presOf" srcId="{8CFAD3EA-E3A6-495C-90FE-C9C54129045D}" destId="{0D1FB60F-788E-47DD-8FF8-0A3A61347A7A}" srcOrd="0" destOrd="0" presId="urn:microsoft.com/office/officeart/2018/2/layout/IconCircleList"/>
    <dgm:cxn modelId="{4E1DC918-2D57-443F-B548-74623D4093F9}" type="presOf" srcId="{D616CC02-A756-4641-BB99-F131345822C5}" destId="{32F62FB5-A6B9-44C5-8A72-8795714392FD}" srcOrd="0" destOrd="0" presId="urn:microsoft.com/office/officeart/2018/2/layout/IconCircleList"/>
    <dgm:cxn modelId="{F1C1CF21-B6A6-4630-83AD-0214D8DA1509}" srcId="{94CF0ACB-094A-4304-A102-36592A21DF60}" destId="{EF74070B-243F-4BA3-B57B-5A7FF6EA4832}" srcOrd="2" destOrd="0" parTransId="{A7F90F35-4953-430A-B44C-64EF514094F3}" sibTransId="{0AB04145-C216-4552-AF77-62EA00918EEB}"/>
    <dgm:cxn modelId="{8B803E2E-CB24-4AFA-B1B5-9DCA65EF2267}" type="presOf" srcId="{0AB04145-C216-4552-AF77-62EA00918EEB}" destId="{3248957B-FAD0-4E76-A4AB-EDA4D0A93449}" srcOrd="0" destOrd="0" presId="urn:microsoft.com/office/officeart/2018/2/layout/IconCircleList"/>
    <dgm:cxn modelId="{1264BF60-DF65-4C05-A0DE-6C806B717DA4}" srcId="{94CF0ACB-094A-4304-A102-36592A21DF60}" destId="{93958D8B-1006-4B6F-8EF6-019E2EF983B0}" srcOrd="5" destOrd="0" parTransId="{B6832024-A59E-4C94-8AE3-1EB054C410AD}" sibTransId="{59576DBA-FC9D-4E4C-99AE-00748FB2523E}"/>
    <dgm:cxn modelId="{72742E45-1177-4FA5-955E-0020D5B7F08C}" type="presOf" srcId="{EF74070B-243F-4BA3-B57B-5A7FF6EA4832}" destId="{26E4A98A-2B69-4B73-B373-6CA2A54E44F7}" srcOrd="0" destOrd="0" presId="urn:microsoft.com/office/officeart/2018/2/layout/IconCircleList"/>
    <dgm:cxn modelId="{C9E18469-BA12-4379-8816-85E9EEC50654}" type="presOf" srcId="{E9C08A0A-7496-4D7D-818E-2E729FDE66DB}" destId="{71889601-0C2F-42B0-B110-B634BC12617A}" srcOrd="0" destOrd="0" presId="urn:microsoft.com/office/officeart/2018/2/layout/IconCircleList"/>
    <dgm:cxn modelId="{C372A64A-15D9-4B6B-BD20-EE16DDA9197B}" type="presOf" srcId="{F87AB69F-5E7A-4D19-9EC3-FF6878409EB7}" destId="{9E8CDC20-FBD3-4D35-BEE3-009CFB094347}" srcOrd="0" destOrd="0" presId="urn:microsoft.com/office/officeart/2018/2/layout/IconCircleList"/>
    <dgm:cxn modelId="{C36E434F-F701-406C-BD8A-7659AA0C91F1}" srcId="{94CF0ACB-094A-4304-A102-36592A21DF60}" destId="{E9C08A0A-7496-4D7D-818E-2E729FDE66DB}" srcOrd="0" destOrd="0" parTransId="{BD3294B9-6A79-434C-9FA3-24CEFF80D880}" sibTransId="{D616CC02-A756-4641-BB99-F131345822C5}"/>
    <dgm:cxn modelId="{88D4BA7F-8502-4C9B-B048-7EDCE66A0094}" type="presOf" srcId="{94CF0ACB-094A-4304-A102-36592A21DF60}" destId="{53B2FA22-97A6-44AD-B351-839C7C9C15F9}" srcOrd="0" destOrd="0" presId="urn:microsoft.com/office/officeart/2018/2/layout/IconCircleList"/>
    <dgm:cxn modelId="{B8C2E981-C2FC-4CC0-B61F-7A44EB6B5D53}" type="presOf" srcId="{93958D8B-1006-4B6F-8EF6-019E2EF983B0}" destId="{F40195B1-BFE7-4F07-B82C-648AE2BE2F49}" srcOrd="0" destOrd="0" presId="urn:microsoft.com/office/officeart/2018/2/layout/IconCircleList"/>
    <dgm:cxn modelId="{8EF5C097-07FD-4A2E-B64A-EF0544756FDC}" type="presOf" srcId="{34F74D44-93CC-441E-967E-CAD1B2CB4596}" destId="{BBA9BFC6-26F5-448C-B142-98DCE131692E}" srcOrd="0" destOrd="0" presId="urn:microsoft.com/office/officeart/2018/2/layout/IconCircleList"/>
    <dgm:cxn modelId="{C0988998-80A9-4588-889F-22C9A7190427}" srcId="{94CF0ACB-094A-4304-A102-36592A21DF60}" destId="{D4401CA2-D1B4-4F3A-A30E-D1E565CA8889}" srcOrd="1" destOrd="0" parTransId="{5B32BB0E-B304-461C-A9AB-60BAC29D08C3}" sibTransId="{71F97805-07D8-46A2-A4C0-B1BA1D7D4E31}"/>
    <dgm:cxn modelId="{46DF57A8-71EF-4CEB-BE21-624082119508}" type="presOf" srcId="{71F97805-07D8-46A2-A4C0-B1BA1D7D4E31}" destId="{93845F91-E59B-4FE4-A28A-1B0FAFB4B0BD}" srcOrd="0" destOrd="0" presId="urn:microsoft.com/office/officeart/2018/2/layout/IconCircleList"/>
    <dgm:cxn modelId="{593543AF-E4FE-49A3-9997-4A7E31464C7F}" type="presOf" srcId="{D4401CA2-D1B4-4F3A-A30E-D1E565CA8889}" destId="{D9401A81-B9F9-48B8-B85E-CF2507433733}" srcOrd="0" destOrd="0" presId="urn:microsoft.com/office/officeart/2018/2/layout/IconCircleList"/>
    <dgm:cxn modelId="{BF4FB8C0-896E-4564-969D-D89147BC2017}" srcId="{94CF0ACB-094A-4304-A102-36592A21DF60}" destId="{F87AB69F-5E7A-4D19-9EC3-FF6878409EB7}" srcOrd="4" destOrd="0" parTransId="{FFC4338D-7A49-4CF3-BF1D-B3B2FEE359E9}" sibTransId="{8CFAD3EA-E3A6-495C-90FE-C9C54129045D}"/>
    <dgm:cxn modelId="{33EE50CB-AA81-4F41-AA81-E63D5BA25FC6}" srcId="{94CF0ACB-094A-4304-A102-36592A21DF60}" destId="{34F74D44-93CC-441E-967E-CAD1B2CB4596}" srcOrd="3" destOrd="0" parTransId="{B61AEBEE-AE83-4C4F-A4ED-C8314B44A2B2}" sibTransId="{CF200C83-F63A-4893-B63E-3C0394FE81E5}"/>
    <dgm:cxn modelId="{46CBC1D3-9579-4233-A162-D1785AEA31FF}" type="presOf" srcId="{CF200C83-F63A-4893-B63E-3C0394FE81E5}" destId="{833DFB10-1584-4EE0-B2B1-CB4FB646337A}" srcOrd="0" destOrd="0" presId="urn:microsoft.com/office/officeart/2018/2/layout/IconCircleList"/>
    <dgm:cxn modelId="{8319D557-4636-4682-AD47-A96EDED8DD33}" type="presParOf" srcId="{53B2FA22-97A6-44AD-B351-839C7C9C15F9}" destId="{B9814425-0727-49EB-B892-C58795B82C96}" srcOrd="0" destOrd="0" presId="urn:microsoft.com/office/officeart/2018/2/layout/IconCircleList"/>
    <dgm:cxn modelId="{18E0C2C7-93B5-45A1-B529-649776AA9DE3}" type="presParOf" srcId="{B9814425-0727-49EB-B892-C58795B82C96}" destId="{4025BC85-4D8A-4B49-BB48-5FF6C34620FC}" srcOrd="0" destOrd="0" presId="urn:microsoft.com/office/officeart/2018/2/layout/IconCircleList"/>
    <dgm:cxn modelId="{1205D3E8-5809-4415-9CFE-3377660DD857}" type="presParOf" srcId="{4025BC85-4D8A-4B49-BB48-5FF6C34620FC}" destId="{55D6C7CA-D75D-42BE-81B3-F6D74E10E576}" srcOrd="0" destOrd="0" presId="urn:microsoft.com/office/officeart/2018/2/layout/IconCircleList"/>
    <dgm:cxn modelId="{F6A5555D-BAA4-489D-B25F-07956E7437A9}" type="presParOf" srcId="{4025BC85-4D8A-4B49-BB48-5FF6C34620FC}" destId="{CB4B9A2F-4BEF-4FCE-AE6A-E279E1EA0B55}" srcOrd="1" destOrd="0" presId="urn:microsoft.com/office/officeart/2018/2/layout/IconCircleList"/>
    <dgm:cxn modelId="{9DA637EB-4A54-430B-911A-963390AF0FF6}" type="presParOf" srcId="{4025BC85-4D8A-4B49-BB48-5FF6C34620FC}" destId="{EBF2F839-9F84-4E04-9BFD-1C9293B99212}" srcOrd="2" destOrd="0" presId="urn:microsoft.com/office/officeart/2018/2/layout/IconCircleList"/>
    <dgm:cxn modelId="{7E412B7E-EF3F-45CE-84D0-4DF93F21DFA9}" type="presParOf" srcId="{4025BC85-4D8A-4B49-BB48-5FF6C34620FC}" destId="{71889601-0C2F-42B0-B110-B634BC12617A}" srcOrd="3" destOrd="0" presId="urn:microsoft.com/office/officeart/2018/2/layout/IconCircleList"/>
    <dgm:cxn modelId="{2445244F-3603-4E0B-9AF4-6A37AA860E0B}" type="presParOf" srcId="{B9814425-0727-49EB-B892-C58795B82C96}" destId="{32F62FB5-A6B9-44C5-8A72-8795714392FD}" srcOrd="1" destOrd="0" presId="urn:microsoft.com/office/officeart/2018/2/layout/IconCircleList"/>
    <dgm:cxn modelId="{ABD09614-0839-4DF0-833D-BD26BD771550}" type="presParOf" srcId="{B9814425-0727-49EB-B892-C58795B82C96}" destId="{E3D241F1-DD2B-4C2F-ABAB-1082EFA41DC0}" srcOrd="2" destOrd="0" presId="urn:microsoft.com/office/officeart/2018/2/layout/IconCircleList"/>
    <dgm:cxn modelId="{0BEAFF26-187F-44FF-B6E7-E3859E79E845}" type="presParOf" srcId="{E3D241F1-DD2B-4C2F-ABAB-1082EFA41DC0}" destId="{48932072-078D-4E1E-97F1-6B5F14EE01A4}" srcOrd="0" destOrd="0" presId="urn:microsoft.com/office/officeart/2018/2/layout/IconCircleList"/>
    <dgm:cxn modelId="{2E1A9E3A-8EB5-44C9-9EE6-F8DDE6569B9E}" type="presParOf" srcId="{E3D241F1-DD2B-4C2F-ABAB-1082EFA41DC0}" destId="{DEA7ED78-E1DF-4547-B8F6-FB52CB8E1F12}" srcOrd="1" destOrd="0" presId="urn:microsoft.com/office/officeart/2018/2/layout/IconCircleList"/>
    <dgm:cxn modelId="{1DEA0BBB-9360-4A0F-AABE-61B89B42181E}" type="presParOf" srcId="{E3D241F1-DD2B-4C2F-ABAB-1082EFA41DC0}" destId="{1D212732-4D7C-4F34-8C98-AAA1DD7DB544}" srcOrd="2" destOrd="0" presId="urn:microsoft.com/office/officeart/2018/2/layout/IconCircleList"/>
    <dgm:cxn modelId="{6B3D0EC5-5866-4B67-A1E5-DFBCB2062942}" type="presParOf" srcId="{E3D241F1-DD2B-4C2F-ABAB-1082EFA41DC0}" destId="{D9401A81-B9F9-48B8-B85E-CF2507433733}" srcOrd="3" destOrd="0" presId="urn:microsoft.com/office/officeart/2018/2/layout/IconCircleList"/>
    <dgm:cxn modelId="{B46B24B7-EB35-477C-A5E7-45EDDFD54A79}" type="presParOf" srcId="{B9814425-0727-49EB-B892-C58795B82C96}" destId="{93845F91-E59B-4FE4-A28A-1B0FAFB4B0BD}" srcOrd="3" destOrd="0" presId="urn:microsoft.com/office/officeart/2018/2/layout/IconCircleList"/>
    <dgm:cxn modelId="{3F8D6887-FC51-456F-93F3-A9226AE8A247}" type="presParOf" srcId="{B9814425-0727-49EB-B892-C58795B82C96}" destId="{ADB3877E-DFC8-49D9-9277-9823A25B512C}" srcOrd="4" destOrd="0" presId="urn:microsoft.com/office/officeart/2018/2/layout/IconCircleList"/>
    <dgm:cxn modelId="{69BAFF2F-5207-4C3A-894B-B22109247842}" type="presParOf" srcId="{ADB3877E-DFC8-49D9-9277-9823A25B512C}" destId="{5C2488D3-A532-469B-8C7B-F59D9181860E}" srcOrd="0" destOrd="0" presId="urn:microsoft.com/office/officeart/2018/2/layout/IconCircleList"/>
    <dgm:cxn modelId="{90A1E3FF-0FDE-438E-AA06-3E76961A8BA0}" type="presParOf" srcId="{ADB3877E-DFC8-49D9-9277-9823A25B512C}" destId="{CC376D54-C62C-4247-8177-A611B4EC3732}" srcOrd="1" destOrd="0" presId="urn:microsoft.com/office/officeart/2018/2/layout/IconCircleList"/>
    <dgm:cxn modelId="{2E58EA6A-560A-4F96-9006-DFA0533D6DBA}" type="presParOf" srcId="{ADB3877E-DFC8-49D9-9277-9823A25B512C}" destId="{93942A0B-75D7-4D5F-9EF7-0B0B13A56EDC}" srcOrd="2" destOrd="0" presId="urn:microsoft.com/office/officeart/2018/2/layout/IconCircleList"/>
    <dgm:cxn modelId="{95C71F78-892B-4CCE-83E1-3C8533187A6E}" type="presParOf" srcId="{ADB3877E-DFC8-49D9-9277-9823A25B512C}" destId="{26E4A98A-2B69-4B73-B373-6CA2A54E44F7}" srcOrd="3" destOrd="0" presId="urn:microsoft.com/office/officeart/2018/2/layout/IconCircleList"/>
    <dgm:cxn modelId="{E643ED60-D078-47D1-B545-510571E93EA6}" type="presParOf" srcId="{B9814425-0727-49EB-B892-C58795B82C96}" destId="{3248957B-FAD0-4E76-A4AB-EDA4D0A93449}" srcOrd="5" destOrd="0" presId="urn:microsoft.com/office/officeart/2018/2/layout/IconCircleList"/>
    <dgm:cxn modelId="{F5F78FD3-A8DA-46FD-A43F-666403987247}" type="presParOf" srcId="{B9814425-0727-49EB-B892-C58795B82C96}" destId="{11CE9984-AD03-450E-8933-A3095D45D4F9}" srcOrd="6" destOrd="0" presId="urn:microsoft.com/office/officeart/2018/2/layout/IconCircleList"/>
    <dgm:cxn modelId="{C75CC7CF-834A-4843-BA30-1DE24DD54E28}" type="presParOf" srcId="{11CE9984-AD03-450E-8933-A3095D45D4F9}" destId="{646EE772-EB3F-40D9-AA77-E21519001F48}" srcOrd="0" destOrd="0" presId="urn:microsoft.com/office/officeart/2018/2/layout/IconCircleList"/>
    <dgm:cxn modelId="{97E1F17A-1E22-47BF-A6B4-2C9BDBF91449}" type="presParOf" srcId="{11CE9984-AD03-450E-8933-A3095D45D4F9}" destId="{775E824F-77BF-4341-BF03-33F545FFBB0E}" srcOrd="1" destOrd="0" presId="urn:microsoft.com/office/officeart/2018/2/layout/IconCircleList"/>
    <dgm:cxn modelId="{3B6B35E7-FBCA-4775-B315-B4FCFA2E53B9}" type="presParOf" srcId="{11CE9984-AD03-450E-8933-A3095D45D4F9}" destId="{5EDCA0AE-43AE-48BB-86FC-771215035BDF}" srcOrd="2" destOrd="0" presId="urn:microsoft.com/office/officeart/2018/2/layout/IconCircleList"/>
    <dgm:cxn modelId="{BE3EC336-5C9A-4D91-AC44-C956CEF8E34A}" type="presParOf" srcId="{11CE9984-AD03-450E-8933-A3095D45D4F9}" destId="{BBA9BFC6-26F5-448C-B142-98DCE131692E}" srcOrd="3" destOrd="0" presId="urn:microsoft.com/office/officeart/2018/2/layout/IconCircleList"/>
    <dgm:cxn modelId="{77CCEEC3-4DA0-4036-A467-B20F5BDA2D05}" type="presParOf" srcId="{B9814425-0727-49EB-B892-C58795B82C96}" destId="{833DFB10-1584-4EE0-B2B1-CB4FB646337A}" srcOrd="7" destOrd="0" presId="urn:microsoft.com/office/officeart/2018/2/layout/IconCircleList"/>
    <dgm:cxn modelId="{DF3DE47B-1055-4A74-92AC-2A21A3AB1502}" type="presParOf" srcId="{B9814425-0727-49EB-B892-C58795B82C96}" destId="{39FD76BE-0451-4DF0-8FBF-B7A5D18C5EC7}" srcOrd="8" destOrd="0" presId="urn:microsoft.com/office/officeart/2018/2/layout/IconCircleList"/>
    <dgm:cxn modelId="{DE8F36AC-4F35-49EB-9003-BDAECE17D433}" type="presParOf" srcId="{39FD76BE-0451-4DF0-8FBF-B7A5D18C5EC7}" destId="{8225E62D-A69B-4D11-840A-68502D223CB3}" srcOrd="0" destOrd="0" presId="urn:microsoft.com/office/officeart/2018/2/layout/IconCircleList"/>
    <dgm:cxn modelId="{0A81F11F-FACB-46B1-BF3B-D2B62469C71E}" type="presParOf" srcId="{39FD76BE-0451-4DF0-8FBF-B7A5D18C5EC7}" destId="{40C4C891-BBD2-49C3-B1D9-17E495F6C584}" srcOrd="1" destOrd="0" presId="urn:microsoft.com/office/officeart/2018/2/layout/IconCircleList"/>
    <dgm:cxn modelId="{1B44DE5E-9FE3-4D2B-95B0-2844D1CB72BC}" type="presParOf" srcId="{39FD76BE-0451-4DF0-8FBF-B7A5D18C5EC7}" destId="{AC593A6B-DC29-47D1-ABEF-DA2E794B1D84}" srcOrd="2" destOrd="0" presId="urn:microsoft.com/office/officeart/2018/2/layout/IconCircleList"/>
    <dgm:cxn modelId="{D5D0E46A-48D7-4A32-9269-6590480DEE0D}" type="presParOf" srcId="{39FD76BE-0451-4DF0-8FBF-B7A5D18C5EC7}" destId="{9E8CDC20-FBD3-4D35-BEE3-009CFB094347}" srcOrd="3" destOrd="0" presId="urn:microsoft.com/office/officeart/2018/2/layout/IconCircleList"/>
    <dgm:cxn modelId="{B6088448-E493-4979-81B5-0F0AF0FAA5DC}" type="presParOf" srcId="{B9814425-0727-49EB-B892-C58795B82C96}" destId="{0D1FB60F-788E-47DD-8FF8-0A3A61347A7A}" srcOrd="9" destOrd="0" presId="urn:microsoft.com/office/officeart/2018/2/layout/IconCircleList"/>
    <dgm:cxn modelId="{ECBE3A39-09A2-43EE-8320-ED3C21E49571}" type="presParOf" srcId="{B9814425-0727-49EB-B892-C58795B82C96}" destId="{D1D465C2-A0A2-45A8-AC0E-90BA25F535A8}" srcOrd="10" destOrd="0" presId="urn:microsoft.com/office/officeart/2018/2/layout/IconCircleList"/>
    <dgm:cxn modelId="{2C8A0CBD-1470-44A8-8E5A-51B36D658C62}" type="presParOf" srcId="{D1D465C2-A0A2-45A8-AC0E-90BA25F535A8}" destId="{F5258915-4144-4105-94A8-DFC380B0E24A}" srcOrd="0" destOrd="0" presId="urn:microsoft.com/office/officeart/2018/2/layout/IconCircleList"/>
    <dgm:cxn modelId="{68716E19-90DF-4278-8EBE-8930AF3B3709}" type="presParOf" srcId="{D1D465C2-A0A2-45A8-AC0E-90BA25F535A8}" destId="{BA414D6C-3131-499A-B0D5-FF67337D188B}" srcOrd="1" destOrd="0" presId="urn:microsoft.com/office/officeart/2018/2/layout/IconCircleList"/>
    <dgm:cxn modelId="{A1219235-9682-4D73-83E9-91093ADB5FB8}" type="presParOf" srcId="{D1D465C2-A0A2-45A8-AC0E-90BA25F535A8}" destId="{14121299-B36C-495B-8908-244E67D05512}" srcOrd="2" destOrd="0" presId="urn:microsoft.com/office/officeart/2018/2/layout/IconCircleList"/>
    <dgm:cxn modelId="{2A880182-F41C-4B8F-85EF-CB630F9304E0}" type="presParOf" srcId="{D1D465C2-A0A2-45A8-AC0E-90BA25F535A8}" destId="{F40195B1-BFE7-4F07-B82C-648AE2BE2F4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B981CA-A608-4700-BB73-34A1D6E0796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D677F9-623B-4DAD-AF87-6192C3D92DBF}">
      <dgm:prSet/>
      <dgm:spPr/>
      <dgm:t>
        <a:bodyPr/>
        <a:lstStyle/>
        <a:p>
          <a:r>
            <a:rPr lang="en-US"/>
            <a:t>Add background music</a:t>
          </a:r>
        </a:p>
      </dgm:t>
    </dgm:pt>
    <dgm:pt modelId="{FA6C924F-6153-4127-B764-B74E3F3FD4DD}" type="parTrans" cxnId="{E469BC88-6FB0-464C-98A9-1E048129F778}">
      <dgm:prSet/>
      <dgm:spPr/>
      <dgm:t>
        <a:bodyPr/>
        <a:lstStyle/>
        <a:p>
          <a:endParaRPr lang="en-US"/>
        </a:p>
      </dgm:t>
    </dgm:pt>
    <dgm:pt modelId="{8031C47B-0C75-4F45-934D-093A5C01066E}" type="sibTrans" cxnId="{E469BC88-6FB0-464C-98A9-1E048129F778}">
      <dgm:prSet/>
      <dgm:spPr/>
      <dgm:t>
        <a:bodyPr/>
        <a:lstStyle/>
        <a:p>
          <a:endParaRPr lang="en-US"/>
        </a:p>
      </dgm:t>
    </dgm:pt>
    <dgm:pt modelId="{5A4931B4-74A1-4481-AEF0-2E3D52052AB9}">
      <dgm:prSet/>
      <dgm:spPr/>
      <dgm:t>
        <a:bodyPr/>
        <a:lstStyle/>
        <a:p>
          <a:r>
            <a:rPr lang="en-US"/>
            <a:t>Add restart button </a:t>
          </a:r>
        </a:p>
      </dgm:t>
    </dgm:pt>
    <dgm:pt modelId="{3B2B38DE-AEF3-44E4-8C32-23B2985971E6}" type="parTrans" cxnId="{B1BCAB06-3836-44A3-9334-7B4B31A9ACE4}">
      <dgm:prSet/>
      <dgm:spPr/>
      <dgm:t>
        <a:bodyPr/>
        <a:lstStyle/>
        <a:p>
          <a:endParaRPr lang="en-US"/>
        </a:p>
      </dgm:t>
    </dgm:pt>
    <dgm:pt modelId="{53833483-C8F9-4D7D-8714-3DC76C72E136}" type="sibTrans" cxnId="{B1BCAB06-3836-44A3-9334-7B4B31A9ACE4}">
      <dgm:prSet/>
      <dgm:spPr/>
      <dgm:t>
        <a:bodyPr/>
        <a:lstStyle/>
        <a:p>
          <a:endParaRPr lang="en-US"/>
        </a:p>
      </dgm:t>
    </dgm:pt>
    <dgm:pt modelId="{1D9AF0E3-EA47-4EC3-99E9-574974AFF89A}">
      <dgm:prSet/>
      <dgm:spPr/>
      <dgm:t>
        <a:bodyPr/>
        <a:lstStyle/>
        <a:p>
          <a:r>
            <a:rPr lang="en-US"/>
            <a:t>Add difficulty levels </a:t>
          </a:r>
        </a:p>
      </dgm:t>
    </dgm:pt>
    <dgm:pt modelId="{27267305-B631-4360-8816-CB204C7DD47C}" type="parTrans" cxnId="{53C02C04-5A1C-45EE-AF28-C40BED7B0291}">
      <dgm:prSet/>
      <dgm:spPr/>
      <dgm:t>
        <a:bodyPr/>
        <a:lstStyle/>
        <a:p>
          <a:endParaRPr lang="en-US"/>
        </a:p>
      </dgm:t>
    </dgm:pt>
    <dgm:pt modelId="{D694E73D-1C23-4CAE-9245-8C3DEE8E7FE2}" type="sibTrans" cxnId="{53C02C04-5A1C-45EE-AF28-C40BED7B0291}">
      <dgm:prSet/>
      <dgm:spPr/>
      <dgm:t>
        <a:bodyPr/>
        <a:lstStyle/>
        <a:p>
          <a:endParaRPr lang="en-US"/>
        </a:p>
      </dgm:t>
    </dgm:pt>
    <dgm:pt modelId="{33F6F6CD-3522-4105-900F-D68DBD513DBD}">
      <dgm:prSet/>
      <dgm:spPr/>
      <dgm:t>
        <a:bodyPr/>
        <a:lstStyle/>
        <a:p>
          <a:r>
            <a:rPr lang="en-US"/>
            <a:t>Add high score saving system </a:t>
          </a:r>
        </a:p>
      </dgm:t>
    </dgm:pt>
    <dgm:pt modelId="{98521B48-C8DA-41A3-B1C0-238691968460}" type="parTrans" cxnId="{79DD6242-9D27-4E0B-97AE-42B210DBD24B}">
      <dgm:prSet/>
      <dgm:spPr/>
      <dgm:t>
        <a:bodyPr/>
        <a:lstStyle/>
        <a:p>
          <a:endParaRPr lang="en-US"/>
        </a:p>
      </dgm:t>
    </dgm:pt>
    <dgm:pt modelId="{E4DCB23C-291C-43F3-BC2C-9EEA2570E6DF}" type="sibTrans" cxnId="{79DD6242-9D27-4E0B-97AE-42B210DBD24B}">
      <dgm:prSet/>
      <dgm:spPr/>
      <dgm:t>
        <a:bodyPr/>
        <a:lstStyle/>
        <a:p>
          <a:endParaRPr lang="en-US"/>
        </a:p>
      </dgm:t>
    </dgm:pt>
    <dgm:pt modelId="{0304CCD6-0994-4547-9336-53B505E8A4BF}">
      <dgm:prSet/>
      <dgm:spPr/>
      <dgm:t>
        <a:bodyPr/>
        <a:lstStyle/>
        <a:p>
          <a:r>
            <a:rPr lang="en-US"/>
            <a:t>Multiplayer mode</a:t>
          </a:r>
        </a:p>
      </dgm:t>
    </dgm:pt>
    <dgm:pt modelId="{6FD9B03B-EAC0-4699-A590-35DA50998DAF}" type="parTrans" cxnId="{2D2AD317-45CD-4C2E-A87F-B4032BEE4DAA}">
      <dgm:prSet/>
      <dgm:spPr/>
      <dgm:t>
        <a:bodyPr/>
        <a:lstStyle/>
        <a:p>
          <a:endParaRPr lang="en-US"/>
        </a:p>
      </dgm:t>
    </dgm:pt>
    <dgm:pt modelId="{9F517523-259B-4D0F-9A5C-E96D8A0C6001}" type="sibTrans" cxnId="{2D2AD317-45CD-4C2E-A87F-B4032BEE4DAA}">
      <dgm:prSet/>
      <dgm:spPr/>
      <dgm:t>
        <a:bodyPr/>
        <a:lstStyle/>
        <a:p>
          <a:endParaRPr lang="en-US"/>
        </a:p>
      </dgm:t>
    </dgm:pt>
    <dgm:pt modelId="{831D1B3B-689C-492F-B61D-2F4C601D7CB5}" type="pres">
      <dgm:prSet presAssocID="{55B981CA-A608-4700-BB73-34A1D6E07968}" presName="vert0" presStyleCnt="0">
        <dgm:presLayoutVars>
          <dgm:dir/>
          <dgm:animOne val="branch"/>
          <dgm:animLvl val="lvl"/>
        </dgm:presLayoutVars>
      </dgm:prSet>
      <dgm:spPr/>
    </dgm:pt>
    <dgm:pt modelId="{81000A46-D34C-4894-8200-6724353624A7}" type="pres">
      <dgm:prSet presAssocID="{0FD677F9-623B-4DAD-AF87-6192C3D92DBF}" presName="thickLine" presStyleLbl="alignNode1" presStyleIdx="0" presStyleCnt="5"/>
      <dgm:spPr/>
    </dgm:pt>
    <dgm:pt modelId="{C4B993D1-A021-4832-8C2E-E547693B69EA}" type="pres">
      <dgm:prSet presAssocID="{0FD677F9-623B-4DAD-AF87-6192C3D92DBF}" presName="horz1" presStyleCnt="0"/>
      <dgm:spPr/>
    </dgm:pt>
    <dgm:pt modelId="{CAA35A7C-427A-47C4-803F-9D54C1626DD3}" type="pres">
      <dgm:prSet presAssocID="{0FD677F9-623B-4DAD-AF87-6192C3D92DBF}" presName="tx1" presStyleLbl="revTx" presStyleIdx="0" presStyleCnt="5"/>
      <dgm:spPr/>
    </dgm:pt>
    <dgm:pt modelId="{77368B81-79DD-4E06-9047-3668AE04DF77}" type="pres">
      <dgm:prSet presAssocID="{0FD677F9-623B-4DAD-AF87-6192C3D92DBF}" presName="vert1" presStyleCnt="0"/>
      <dgm:spPr/>
    </dgm:pt>
    <dgm:pt modelId="{024ABD73-75A5-482C-AB29-622272117543}" type="pres">
      <dgm:prSet presAssocID="{5A4931B4-74A1-4481-AEF0-2E3D52052AB9}" presName="thickLine" presStyleLbl="alignNode1" presStyleIdx="1" presStyleCnt="5"/>
      <dgm:spPr/>
    </dgm:pt>
    <dgm:pt modelId="{1F007248-81BE-4AE9-96C6-3369536AC6AB}" type="pres">
      <dgm:prSet presAssocID="{5A4931B4-74A1-4481-AEF0-2E3D52052AB9}" presName="horz1" presStyleCnt="0"/>
      <dgm:spPr/>
    </dgm:pt>
    <dgm:pt modelId="{68689402-D2A7-4729-9112-89A0173B4420}" type="pres">
      <dgm:prSet presAssocID="{5A4931B4-74A1-4481-AEF0-2E3D52052AB9}" presName="tx1" presStyleLbl="revTx" presStyleIdx="1" presStyleCnt="5"/>
      <dgm:spPr/>
    </dgm:pt>
    <dgm:pt modelId="{5117D673-7B1B-410F-ACCC-4119ABAB4E82}" type="pres">
      <dgm:prSet presAssocID="{5A4931B4-74A1-4481-AEF0-2E3D52052AB9}" presName="vert1" presStyleCnt="0"/>
      <dgm:spPr/>
    </dgm:pt>
    <dgm:pt modelId="{DA644958-69E9-41FB-BBC8-AF6DB31196BF}" type="pres">
      <dgm:prSet presAssocID="{1D9AF0E3-EA47-4EC3-99E9-574974AFF89A}" presName="thickLine" presStyleLbl="alignNode1" presStyleIdx="2" presStyleCnt="5"/>
      <dgm:spPr/>
    </dgm:pt>
    <dgm:pt modelId="{550DD963-F0B3-4781-9F38-0C3D746C5DCA}" type="pres">
      <dgm:prSet presAssocID="{1D9AF0E3-EA47-4EC3-99E9-574974AFF89A}" presName="horz1" presStyleCnt="0"/>
      <dgm:spPr/>
    </dgm:pt>
    <dgm:pt modelId="{DFB04E6B-A84B-42C0-BC69-EAA08D8CE4DC}" type="pres">
      <dgm:prSet presAssocID="{1D9AF0E3-EA47-4EC3-99E9-574974AFF89A}" presName="tx1" presStyleLbl="revTx" presStyleIdx="2" presStyleCnt="5"/>
      <dgm:spPr/>
    </dgm:pt>
    <dgm:pt modelId="{57DD9940-2C47-45D1-8134-8DD41600A731}" type="pres">
      <dgm:prSet presAssocID="{1D9AF0E3-EA47-4EC3-99E9-574974AFF89A}" presName="vert1" presStyleCnt="0"/>
      <dgm:spPr/>
    </dgm:pt>
    <dgm:pt modelId="{721B8C60-D213-459B-A8C6-D60DB7A7DAC2}" type="pres">
      <dgm:prSet presAssocID="{33F6F6CD-3522-4105-900F-D68DBD513DBD}" presName="thickLine" presStyleLbl="alignNode1" presStyleIdx="3" presStyleCnt="5"/>
      <dgm:spPr/>
    </dgm:pt>
    <dgm:pt modelId="{0F116505-77D6-4B21-997B-EE5F229A3F36}" type="pres">
      <dgm:prSet presAssocID="{33F6F6CD-3522-4105-900F-D68DBD513DBD}" presName="horz1" presStyleCnt="0"/>
      <dgm:spPr/>
    </dgm:pt>
    <dgm:pt modelId="{559DF252-DDAB-4242-8FA5-4859ECC8D2FE}" type="pres">
      <dgm:prSet presAssocID="{33F6F6CD-3522-4105-900F-D68DBD513DBD}" presName="tx1" presStyleLbl="revTx" presStyleIdx="3" presStyleCnt="5"/>
      <dgm:spPr/>
    </dgm:pt>
    <dgm:pt modelId="{2CC960F3-502D-46A8-9CF2-92E298469B5D}" type="pres">
      <dgm:prSet presAssocID="{33F6F6CD-3522-4105-900F-D68DBD513DBD}" presName="vert1" presStyleCnt="0"/>
      <dgm:spPr/>
    </dgm:pt>
    <dgm:pt modelId="{473052A9-3CE0-4F59-9826-9F1AD0ADE977}" type="pres">
      <dgm:prSet presAssocID="{0304CCD6-0994-4547-9336-53B505E8A4BF}" presName="thickLine" presStyleLbl="alignNode1" presStyleIdx="4" presStyleCnt="5"/>
      <dgm:spPr/>
    </dgm:pt>
    <dgm:pt modelId="{36C66F28-F8A6-4266-B250-D8F9628659BD}" type="pres">
      <dgm:prSet presAssocID="{0304CCD6-0994-4547-9336-53B505E8A4BF}" presName="horz1" presStyleCnt="0"/>
      <dgm:spPr/>
    </dgm:pt>
    <dgm:pt modelId="{B5B6F10E-08F7-4E48-91C9-AFB47DFB913F}" type="pres">
      <dgm:prSet presAssocID="{0304CCD6-0994-4547-9336-53B505E8A4BF}" presName="tx1" presStyleLbl="revTx" presStyleIdx="4" presStyleCnt="5"/>
      <dgm:spPr/>
    </dgm:pt>
    <dgm:pt modelId="{1C90D52E-8293-46DA-BDA1-46D5E78201F3}" type="pres">
      <dgm:prSet presAssocID="{0304CCD6-0994-4547-9336-53B505E8A4BF}" presName="vert1" presStyleCnt="0"/>
      <dgm:spPr/>
    </dgm:pt>
  </dgm:ptLst>
  <dgm:cxnLst>
    <dgm:cxn modelId="{53C02C04-5A1C-45EE-AF28-C40BED7B0291}" srcId="{55B981CA-A608-4700-BB73-34A1D6E07968}" destId="{1D9AF0E3-EA47-4EC3-99E9-574974AFF89A}" srcOrd="2" destOrd="0" parTransId="{27267305-B631-4360-8816-CB204C7DD47C}" sibTransId="{D694E73D-1C23-4CAE-9245-8C3DEE8E7FE2}"/>
    <dgm:cxn modelId="{B1BCAB06-3836-44A3-9334-7B4B31A9ACE4}" srcId="{55B981CA-A608-4700-BB73-34A1D6E07968}" destId="{5A4931B4-74A1-4481-AEF0-2E3D52052AB9}" srcOrd="1" destOrd="0" parTransId="{3B2B38DE-AEF3-44E4-8C32-23B2985971E6}" sibTransId="{53833483-C8F9-4D7D-8714-3DC76C72E136}"/>
    <dgm:cxn modelId="{2D2AD317-45CD-4C2E-A87F-B4032BEE4DAA}" srcId="{55B981CA-A608-4700-BB73-34A1D6E07968}" destId="{0304CCD6-0994-4547-9336-53B505E8A4BF}" srcOrd="4" destOrd="0" parTransId="{6FD9B03B-EAC0-4699-A590-35DA50998DAF}" sibTransId="{9F517523-259B-4D0F-9A5C-E96D8A0C6001}"/>
    <dgm:cxn modelId="{79DD6242-9D27-4E0B-97AE-42B210DBD24B}" srcId="{55B981CA-A608-4700-BB73-34A1D6E07968}" destId="{33F6F6CD-3522-4105-900F-D68DBD513DBD}" srcOrd="3" destOrd="0" parTransId="{98521B48-C8DA-41A3-B1C0-238691968460}" sibTransId="{E4DCB23C-291C-43F3-BC2C-9EEA2570E6DF}"/>
    <dgm:cxn modelId="{73A6F370-7783-4AC6-9B60-BC8146305A35}" type="presOf" srcId="{0FD677F9-623B-4DAD-AF87-6192C3D92DBF}" destId="{CAA35A7C-427A-47C4-803F-9D54C1626DD3}" srcOrd="0" destOrd="0" presId="urn:microsoft.com/office/officeart/2008/layout/LinedList"/>
    <dgm:cxn modelId="{BFC4BD56-EE03-4380-A966-63A19B420B2B}" type="presOf" srcId="{0304CCD6-0994-4547-9336-53B505E8A4BF}" destId="{B5B6F10E-08F7-4E48-91C9-AFB47DFB913F}" srcOrd="0" destOrd="0" presId="urn:microsoft.com/office/officeart/2008/layout/LinedList"/>
    <dgm:cxn modelId="{E469BC88-6FB0-464C-98A9-1E048129F778}" srcId="{55B981CA-A608-4700-BB73-34A1D6E07968}" destId="{0FD677F9-623B-4DAD-AF87-6192C3D92DBF}" srcOrd="0" destOrd="0" parTransId="{FA6C924F-6153-4127-B764-B74E3F3FD4DD}" sibTransId="{8031C47B-0C75-4F45-934D-093A5C01066E}"/>
    <dgm:cxn modelId="{1FCC428B-EADF-4310-B073-4E2E8C201217}" type="presOf" srcId="{33F6F6CD-3522-4105-900F-D68DBD513DBD}" destId="{559DF252-DDAB-4242-8FA5-4859ECC8D2FE}" srcOrd="0" destOrd="0" presId="urn:microsoft.com/office/officeart/2008/layout/LinedList"/>
    <dgm:cxn modelId="{AE82869F-E61F-4D56-9C11-50D946EB0B01}" type="presOf" srcId="{1D9AF0E3-EA47-4EC3-99E9-574974AFF89A}" destId="{DFB04E6B-A84B-42C0-BC69-EAA08D8CE4DC}" srcOrd="0" destOrd="0" presId="urn:microsoft.com/office/officeart/2008/layout/LinedList"/>
    <dgm:cxn modelId="{D5A3C6AA-56F5-4470-939C-05674C29CF25}" type="presOf" srcId="{5A4931B4-74A1-4481-AEF0-2E3D52052AB9}" destId="{68689402-D2A7-4729-9112-89A0173B4420}" srcOrd="0" destOrd="0" presId="urn:microsoft.com/office/officeart/2008/layout/LinedList"/>
    <dgm:cxn modelId="{D08C5CF8-2FAD-4A56-8089-81229782F6CE}" type="presOf" srcId="{55B981CA-A608-4700-BB73-34A1D6E07968}" destId="{831D1B3B-689C-492F-B61D-2F4C601D7CB5}" srcOrd="0" destOrd="0" presId="urn:microsoft.com/office/officeart/2008/layout/LinedList"/>
    <dgm:cxn modelId="{4420751D-DAF0-4FFA-806B-418C89BB0F60}" type="presParOf" srcId="{831D1B3B-689C-492F-B61D-2F4C601D7CB5}" destId="{81000A46-D34C-4894-8200-6724353624A7}" srcOrd="0" destOrd="0" presId="urn:microsoft.com/office/officeart/2008/layout/LinedList"/>
    <dgm:cxn modelId="{2C13DDF0-18BA-4575-BD22-909E1C4973B3}" type="presParOf" srcId="{831D1B3B-689C-492F-B61D-2F4C601D7CB5}" destId="{C4B993D1-A021-4832-8C2E-E547693B69EA}" srcOrd="1" destOrd="0" presId="urn:microsoft.com/office/officeart/2008/layout/LinedList"/>
    <dgm:cxn modelId="{1AF20908-ABDE-44FD-931A-E7998717BD1E}" type="presParOf" srcId="{C4B993D1-A021-4832-8C2E-E547693B69EA}" destId="{CAA35A7C-427A-47C4-803F-9D54C1626DD3}" srcOrd="0" destOrd="0" presId="urn:microsoft.com/office/officeart/2008/layout/LinedList"/>
    <dgm:cxn modelId="{A6B8D350-8BD9-4618-904A-F3D609E2B8AC}" type="presParOf" srcId="{C4B993D1-A021-4832-8C2E-E547693B69EA}" destId="{77368B81-79DD-4E06-9047-3668AE04DF77}" srcOrd="1" destOrd="0" presId="urn:microsoft.com/office/officeart/2008/layout/LinedList"/>
    <dgm:cxn modelId="{1D7602C7-6551-4ADA-8673-77CE26E75B74}" type="presParOf" srcId="{831D1B3B-689C-492F-B61D-2F4C601D7CB5}" destId="{024ABD73-75A5-482C-AB29-622272117543}" srcOrd="2" destOrd="0" presId="urn:microsoft.com/office/officeart/2008/layout/LinedList"/>
    <dgm:cxn modelId="{9FA4FE21-0B96-4895-8A64-7A85ABFA166F}" type="presParOf" srcId="{831D1B3B-689C-492F-B61D-2F4C601D7CB5}" destId="{1F007248-81BE-4AE9-96C6-3369536AC6AB}" srcOrd="3" destOrd="0" presId="urn:microsoft.com/office/officeart/2008/layout/LinedList"/>
    <dgm:cxn modelId="{220BC84E-E1BC-45CB-8200-20215CC19F20}" type="presParOf" srcId="{1F007248-81BE-4AE9-96C6-3369536AC6AB}" destId="{68689402-D2A7-4729-9112-89A0173B4420}" srcOrd="0" destOrd="0" presId="urn:microsoft.com/office/officeart/2008/layout/LinedList"/>
    <dgm:cxn modelId="{78831F11-CD20-4DBD-9AA8-D98BFF7A4971}" type="presParOf" srcId="{1F007248-81BE-4AE9-96C6-3369536AC6AB}" destId="{5117D673-7B1B-410F-ACCC-4119ABAB4E82}" srcOrd="1" destOrd="0" presId="urn:microsoft.com/office/officeart/2008/layout/LinedList"/>
    <dgm:cxn modelId="{5DD1685A-0246-4168-8788-FFEDE5AFD2A0}" type="presParOf" srcId="{831D1B3B-689C-492F-B61D-2F4C601D7CB5}" destId="{DA644958-69E9-41FB-BBC8-AF6DB31196BF}" srcOrd="4" destOrd="0" presId="urn:microsoft.com/office/officeart/2008/layout/LinedList"/>
    <dgm:cxn modelId="{2FEAC121-65EE-45B2-B13E-48DE80DBE596}" type="presParOf" srcId="{831D1B3B-689C-492F-B61D-2F4C601D7CB5}" destId="{550DD963-F0B3-4781-9F38-0C3D746C5DCA}" srcOrd="5" destOrd="0" presId="urn:microsoft.com/office/officeart/2008/layout/LinedList"/>
    <dgm:cxn modelId="{8D5D0E78-7818-41E2-9E5E-15B3F26355F8}" type="presParOf" srcId="{550DD963-F0B3-4781-9F38-0C3D746C5DCA}" destId="{DFB04E6B-A84B-42C0-BC69-EAA08D8CE4DC}" srcOrd="0" destOrd="0" presId="urn:microsoft.com/office/officeart/2008/layout/LinedList"/>
    <dgm:cxn modelId="{1DE38BB2-3746-4967-818F-BFECC93DA789}" type="presParOf" srcId="{550DD963-F0B3-4781-9F38-0C3D746C5DCA}" destId="{57DD9940-2C47-45D1-8134-8DD41600A731}" srcOrd="1" destOrd="0" presId="urn:microsoft.com/office/officeart/2008/layout/LinedList"/>
    <dgm:cxn modelId="{62C9483A-FE63-46B3-B9BA-B4F773D5AB32}" type="presParOf" srcId="{831D1B3B-689C-492F-B61D-2F4C601D7CB5}" destId="{721B8C60-D213-459B-A8C6-D60DB7A7DAC2}" srcOrd="6" destOrd="0" presId="urn:microsoft.com/office/officeart/2008/layout/LinedList"/>
    <dgm:cxn modelId="{3748DF25-6C41-496D-8FBA-640CD2EE247A}" type="presParOf" srcId="{831D1B3B-689C-492F-B61D-2F4C601D7CB5}" destId="{0F116505-77D6-4B21-997B-EE5F229A3F36}" srcOrd="7" destOrd="0" presId="urn:microsoft.com/office/officeart/2008/layout/LinedList"/>
    <dgm:cxn modelId="{D9E3AA1C-4424-4ED3-A3AE-63186E0F8C9B}" type="presParOf" srcId="{0F116505-77D6-4B21-997B-EE5F229A3F36}" destId="{559DF252-DDAB-4242-8FA5-4859ECC8D2FE}" srcOrd="0" destOrd="0" presId="urn:microsoft.com/office/officeart/2008/layout/LinedList"/>
    <dgm:cxn modelId="{F21B94AD-9BCB-43BC-ABF4-BE7FFC9C22AD}" type="presParOf" srcId="{0F116505-77D6-4B21-997B-EE5F229A3F36}" destId="{2CC960F3-502D-46A8-9CF2-92E298469B5D}" srcOrd="1" destOrd="0" presId="urn:microsoft.com/office/officeart/2008/layout/LinedList"/>
    <dgm:cxn modelId="{E4FBEBA1-2B4D-41F5-9398-D41C85C002D7}" type="presParOf" srcId="{831D1B3B-689C-492F-B61D-2F4C601D7CB5}" destId="{473052A9-3CE0-4F59-9826-9F1AD0ADE977}" srcOrd="8" destOrd="0" presId="urn:microsoft.com/office/officeart/2008/layout/LinedList"/>
    <dgm:cxn modelId="{28828369-95A3-4CDE-9DE1-CFAE2E79C4A0}" type="presParOf" srcId="{831D1B3B-689C-492F-B61D-2F4C601D7CB5}" destId="{36C66F28-F8A6-4266-B250-D8F9628659BD}" srcOrd="9" destOrd="0" presId="urn:microsoft.com/office/officeart/2008/layout/LinedList"/>
    <dgm:cxn modelId="{F61F6CB1-8EC4-4CB8-94DE-5FD1881E2C97}" type="presParOf" srcId="{36C66F28-F8A6-4266-B250-D8F9628659BD}" destId="{B5B6F10E-08F7-4E48-91C9-AFB47DFB913F}" srcOrd="0" destOrd="0" presId="urn:microsoft.com/office/officeart/2008/layout/LinedList"/>
    <dgm:cxn modelId="{E97FCD0A-14BE-424A-8448-288240771BB9}" type="presParOf" srcId="{36C66F28-F8A6-4266-B250-D8F9628659BD}" destId="{1C90D52E-8293-46DA-BDA1-46D5E78201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CE274-BCE3-4155-AC7F-BCA329478DB8}">
      <dsp:nvSpPr>
        <dsp:cNvPr id="0" name=""/>
        <dsp:cNvSpPr/>
      </dsp:nvSpPr>
      <dsp:spPr>
        <a:xfrm>
          <a:off x="8879" y="870267"/>
          <a:ext cx="2141589" cy="642476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Develop</a:t>
          </a:r>
        </a:p>
      </dsp:txBody>
      <dsp:txXfrm>
        <a:off x="201622" y="870267"/>
        <a:ext cx="1756103" cy="642476"/>
      </dsp:txXfrm>
    </dsp:sp>
    <dsp:sp modelId="{D5391787-BEDC-481C-B9BE-7AFC3ED13707}">
      <dsp:nvSpPr>
        <dsp:cNvPr id="0" name=""/>
        <dsp:cNvSpPr/>
      </dsp:nvSpPr>
      <dsp:spPr>
        <a:xfrm>
          <a:off x="8879" y="1512744"/>
          <a:ext cx="1948846" cy="19683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Develop a smooth and realistic snake game. </a:t>
          </a:r>
        </a:p>
      </dsp:txBody>
      <dsp:txXfrm>
        <a:off x="8879" y="1512744"/>
        <a:ext cx="1948846" cy="1968325"/>
      </dsp:txXfrm>
    </dsp:sp>
    <dsp:sp modelId="{9928B581-6225-416D-A802-E31D71AB5710}">
      <dsp:nvSpPr>
        <dsp:cNvPr id="0" name=""/>
        <dsp:cNvSpPr/>
      </dsp:nvSpPr>
      <dsp:spPr>
        <a:xfrm>
          <a:off x="2097942" y="870267"/>
          <a:ext cx="2141589" cy="642476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Implement</a:t>
          </a:r>
        </a:p>
      </dsp:txBody>
      <dsp:txXfrm>
        <a:off x="2290685" y="870267"/>
        <a:ext cx="1756103" cy="642476"/>
      </dsp:txXfrm>
    </dsp:sp>
    <dsp:sp modelId="{F1E967DC-335A-4B80-8F71-402B6D1B4A82}">
      <dsp:nvSpPr>
        <dsp:cNvPr id="0" name=""/>
        <dsp:cNvSpPr/>
      </dsp:nvSpPr>
      <dsp:spPr>
        <a:xfrm>
          <a:off x="2097942" y="1512744"/>
          <a:ext cx="1948846" cy="1968325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 vector-based movement.</a:t>
          </a:r>
        </a:p>
      </dsp:txBody>
      <dsp:txXfrm>
        <a:off x="2097942" y="1512744"/>
        <a:ext cx="1948846" cy="1968325"/>
      </dsp:txXfrm>
    </dsp:sp>
    <dsp:sp modelId="{C5FEBB33-3FBB-44E3-80E1-477FDAF9F225}">
      <dsp:nvSpPr>
        <dsp:cNvPr id="0" name=""/>
        <dsp:cNvSpPr/>
      </dsp:nvSpPr>
      <dsp:spPr>
        <a:xfrm>
          <a:off x="4187005" y="870267"/>
          <a:ext cx="2141589" cy="642476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Add</a:t>
          </a:r>
        </a:p>
      </dsp:txBody>
      <dsp:txXfrm>
        <a:off x="4379748" y="870267"/>
        <a:ext cx="1756103" cy="642476"/>
      </dsp:txXfrm>
    </dsp:sp>
    <dsp:sp modelId="{E5248272-8831-4289-9E7D-A074D1EFD314}">
      <dsp:nvSpPr>
        <dsp:cNvPr id="0" name=""/>
        <dsp:cNvSpPr/>
      </dsp:nvSpPr>
      <dsp:spPr>
        <a:xfrm>
          <a:off x="4187005" y="1512744"/>
          <a:ext cx="1948846" cy="1968325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Add collision detection. </a:t>
          </a:r>
        </a:p>
      </dsp:txBody>
      <dsp:txXfrm>
        <a:off x="4187005" y="1512744"/>
        <a:ext cx="1948846" cy="1968325"/>
      </dsp:txXfrm>
    </dsp:sp>
    <dsp:sp modelId="{06FA8318-1452-4609-B7BD-EF51D1E4A982}">
      <dsp:nvSpPr>
        <dsp:cNvPr id="0" name=""/>
        <dsp:cNvSpPr/>
      </dsp:nvSpPr>
      <dsp:spPr>
        <a:xfrm>
          <a:off x="6276068" y="870267"/>
          <a:ext cx="2141589" cy="642476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Display</a:t>
          </a:r>
        </a:p>
      </dsp:txBody>
      <dsp:txXfrm>
        <a:off x="6468811" y="870267"/>
        <a:ext cx="1756103" cy="642476"/>
      </dsp:txXfrm>
    </dsp:sp>
    <dsp:sp modelId="{5128EBBD-9A0D-4C15-AD40-9C413803619B}">
      <dsp:nvSpPr>
        <dsp:cNvPr id="0" name=""/>
        <dsp:cNvSpPr/>
      </dsp:nvSpPr>
      <dsp:spPr>
        <a:xfrm>
          <a:off x="6276068" y="1512744"/>
          <a:ext cx="1948846" cy="1968325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Display real-time score. </a:t>
          </a:r>
        </a:p>
      </dsp:txBody>
      <dsp:txXfrm>
        <a:off x="6276068" y="1512744"/>
        <a:ext cx="1948846" cy="1968325"/>
      </dsp:txXfrm>
    </dsp:sp>
    <dsp:sp modelId="{3A41371D-87F2-48C4-8953-33A6F0F3AF27}">
      <dsp:nvSpPr>
        <dsp:cNvPr id="0" name=""/>
        <dsp:cNvSpPr/>
      </dsp:nvSpPr>
      <dsp:spPr>
        <a:xfrm>
          <a:off x="8365131" y="870267"/>
          <a:ext cx="2141589" cy="642476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328" tIns="79328" rIns="79328" bIns="7932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Create</a:t>
          </a:r>
        </a:p>
      </dsp:txBody>
      <dsp:txXfrm>
        <a:off x="8557874" y="870267"/>
        <a:ext cx="1756103" cy="642476"/>
      </dsp:txXfrm>
    </dsp:sp>
    <dsp:sp modelId="{BA347FFA-CC0B-436A-9084-CB3973A965BF}">
      <dsp:nvSpPr>
        <dsp:cNvPr id="0" name=""/>
        <dsp:cNvSpPr/>
      </dsp:nvSpPr>
      <dsp:spPr>
        <a:xfrm>
          <a:off x="8365131" y="1512744"/>
          <a:ext cx="1948846" cy="196832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4002" tIns="154002" rIns="154002" bIns="30800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 interactive gameplay.</a:t>
          </a:r>
        </a:p>
      </dsp:txBody>
      <dsp:txXfrm>
        <a:off x="8365131" y="1512744"/>
        <a:ext cx="1948846" cy="19683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4E9C93-4D2B-4BAE-9C0B-A0AD021633BE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CA9CEB-69C0-4257-B8E3-8EAE258BA1EC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Python 3.x</a:t>
          </a:r>
        </a:p>
      </dsp:txBody>
      <dsp:txXfrm>
        <a:off x="1228411" y="621955"/>
        <a:ext cx="1919362" cy="1919362"/>
      </dsp:txXfrm>
    </dsp:sp>
    <dsp:sp modelId="{F8D1AE48-CE0E-4A79-86AD-AFF4BEAFF738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Pygame Library </a:t>
          </a:r>
        </a:p>
      </dsp:txBody>
      <dsp:txXfrm>
        <a:off x="3519058" y="621955"/>
        <a:ext cx="1919362" cy="1919362"/>
      </dsp:txXfrm>
    </dsp:sp>
    <dsp:sp modelId="{3CEC55B9-7DCF-45B1-A780-D31B0E914741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VS Code </a:t>
          </a:r>
        </a:p>
      </dsp:txBody>
      <dsp:txXfrm>
        <a:off x="1228411" y="2912601"/>
        <a:ext cx="1919362" cy="1919362"/>
      </dsp:txXfrm>
    </dsp:sp>
    <dsp:sp modelId="{30B8D76C-5B42-47AB-997A-79AC8883F334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GitHub</a:t>
          </a:r>
        </a:p>
      </dsp:txBody>
      <dsp:txXfrm>
        <a:off x="3519058" y="2912601"/>
        <a:ext cx="1919362" cy="19193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78E5B-968B-48C0-BF2E-CBD37C51DEE3}">
      <dsp:nvSpPr>
        <dsp:cNvPr id="0" name=""/>
        <dsp:cNvSpPr/>
      </dsp:nvSpPr>
      <dsp:spPr>
        <a:xfrm>
          <a:off x="0" y="4871802"/>
          <a:ext cx="1591056" cy="6394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56464" rIns="11315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</a:t>
          </a:r>
        </a:p>
      </dsp:txBody>
      <dsp:txXfrm>
        <a:off x="0" y="4871802"/>
        <a:ext cx="1591056" cy="639421"/>
      </dsp:txXfrm>
    </dsp:sp>
    <dsp:sp modelId="{AFC62956-B63E-492A-91D1-F154F792EA28}">
      <dsp:nvSpPr>
        <dsp:cNvPr id="0" name=""/>
        <dsp:cNvSpPr/>
      </dsp:nvSpPr>
      <dsp:spPr>
        <a:xfrm>
          <a:off x="1591055" y="4871802"/>
          <a:ext cx="4773168" cy="63942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03200" rIns="96822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 tongue animation and visual effects.</a:t>
          </a:r>
        </a:p>
      </dsp:txBody>
      <dsp:txXfrm>
        <a:off x="1591055" y="4871802"/>
        <a:ext cx="4773168" cy="639421"/>
      </dsp:txXfrm>
    </dsp:sp>
    <dsp:sp modelId="{2F5347A5-3E11-4C14-9A14-0EB8C53A5B7B}">
      <dsp:nvSpPr>
        <dsp:cNvPr id="0" name=""/>
        <dsp:cNvSpPr/>
      </dsp:nvSpPr>
      <dsp:spPr>
        <a:xfrm rot="10800000">
          <a:off x="0" y="3897963"/>
          <a:ext cx="1591056" cy="98343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56464" rIns="11315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Update</a:t>
          </a:r>
        </a:p>
      </dsp:txBody>
      <dsp:txXfrm rot="-10800000">
        <a:off x="0" y="3897963"/>
        <a:ext cx="1591056" cy="639229"/>
      </dsp:txXfrm>
    </dsp:sp>
    <dsp:sp modelId="{44BB5454-ED53-412B-A078-B2C1ADDE0BB7}">
      <dsp:nvSpPr>
        <dsp:cNvPr id="0" name=""/>
        <dsp:cNvSpPr/>
      </dsp:nvSpPr>
      <dsp:spPr>
        <a:xfrm>
          <a:off x="1591055" y="3897963"/>
          <a:ext cx="4773168" cy="639229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03200" rIns="96822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Update score. </a:t>
          </a:r>
        </a:p>
      </dsp:txBody>
      <dsp:txXfrm>
        <a:off x="1591055" y="3897963"/>
        <a:ext cx="4773168" cy="639229"/>
      </dsp:txXfrm>
    </dsp:sp>
    <dsp:sp modelId="{0F8E1AD2-294A-4432-801F-991A0B8F5EE2}">
      <dsp:nvSpPr>
        <dsp:cNvPr id="0" name=""/>
        <dsp:cNvSpPr/>
      </dsp:nvSpPr>
      <dsp:spPr>
        <a:xfrm rot="10800000">
          <a:off x="0" y="2924124"/>
          <a:ext cx="1591056" cy="98343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56464" rIns="11315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Detect</a:t>
          </a:r>
        </a:p>
      </dsp:txBody>
      <dsp:txXfrm rot="-10800000">
        <a:off x="0" y="2924124"/>
        <a:ext cx="1591056" cy="639229"/>
      </dsp:txXfrm>
    </dsp:sp>
    <dsp:sp modelId="{0A2E6CDC-2C89-49FE-BE10-59E39D61A344}">
      <dsp:nvSpPr>
        <dsp:cNvPr id="0" name=""/>
        <dsp:cNvSpPr/>
      </dsp:nvSpPr>
      <dsp:spPr>
        <a:xfrm>
          <a:off x="1591055" y="2924124"/>
          <a:ext cx="4773168" cy="639229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03200" rIns="96822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Detect collisions (wall &amp; self).</a:t>
          </a:r>
        </a:p>
      </dsp:txBody>
      <dsp:txXfrm>
        <a:off x="1591055" y="2924124"/>
        <a:ext cx="4773168" cy="639229"/>
      </dsp:txXfrm>
    </dsp:sp>
    <dsp:sp modelId="{1E162A84-C7F1-49A0-99AD-5BB13FC42C64}">
      <dsp:nvSpPr>
        <dsp:cNvPr id="0" name=""/>
        <dsp:cNvSpPr/>
      </dsp:nvSpPr>
      <dsp:spPr>
        <a:xfrm rot="10800000">
          <a:off x="0" y="1950285"/>
          <a:ext cx="1591056" cy="98343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56464" rIns="11315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Generate</a:t>
          </a:r>
        </a:p>
      </dsp:txBody>
      <dsp:txXfrm rot="-10800000">
        <a:off x="0" y="1950285"/>
        <a:ext cx="1591056" cy="639229"/>
      </dsp:txXfrm>
    </dsp:sp>
    <dsp:sp modelId="{768AE6C9-6ECE-498D-8487-F76B88A9A397}">
      <dsp:nvSpPr>
        <dsp:cNvPr id="0" name=""/>
        <dsp:cNvSpPr/>
      </dsp:nvSpPr>
      <dsp:spPr>
        <a:xfrm>
          <a:off x="1591055" y="1950285"/>
          <a:ext cx="4773168" cy="639229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03200" rIns="96822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Generate food randomly. </a:t>
          </a:r>
        </a:p>
      </dsp:txBody>
      <dsp:txXfrm>
        <a:off x="1591055" y="1950285"/>
        <a:ext cx="4773168" cy="639229"/>
      </dsp:txXfrm>
    </dsp:sp>
    <dsp:sp modelId="{43FA8B6E-69B8-4434-8B15-486ADAF6A7B7}">
      <dsp:nvSpPr>
        <dsp:cNvPr id="0" name=""/>
        <dsp:cNvSpPr/>
      </dsp:nvSpPr>
      <dsp:spPr>
        <a:xfrm rot="10800000">
          <a:off x="0" y="976447"/>
          <a:ext cx="1591056" cy="98343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56464" rIns="11315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</a:t>
          </a:r>
        </a:p>
      </dsp:txBody>
      <dsp:txXfrm rot="-10800000">
        <a:off x="0" y="976447"/>
        <a:ext cx="1591056" cy="639229"/>
      </dsp:txXfrm>
    </dsp:sp>
    <dsp:sp modelId="{2467AD40-815A-44DA-BCA7-73D9F488DA84}">
      <dsp:nvSpPr>
        <dsp:cNvPr id="0" name=""/>
        <dsp:cNvSpPr/>
      </dsp:nvSpPr>
      <dsp:spPr>
        <a:xfrm>
          <a:off x="1591055" y="976447"/>
          <a:ext cx="4773168" cy="639229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03200" rIns="96822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 snake movement using Vector2. </a:t>
          </a:r>
        </a:p>
      </dsp:txBody>
      <dsp:txXfrm>
        <a:off x="1591055" y="976447"/>
        <a:ext cx="4773168" cy="639229"/>
      </dsp:txXfrm>
    </dsp:sp>
    <dsp:sp modelId="{62DB4BD1-49D3-4620-8362-601D0B85951F}">
      <dsp:nvSpPr>
        <dsp:cNvPr id="0" name=""/>
        <dsp:cNvSpPr/>
      </dsp:nvSpPr>
      <dsp:spPr>
        <a:xfrm rot="10800000">
          <a:off x="0" y="2608"/>
          <a:ext cx="1591056" cy="98343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56464" rIns="113156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Initialize</a:t>
          </a:r>
        </a:p>
      </dsp:txBody>
      <dsp:txXfrm rot="-10800000">
        <a:off x="0" y="2608"/>
        <a:ext cx="1591056" cy="639229"/>
      </dsp:txXfrm>
    </dsp:sp>
    <dsp:sp modelId="{C047B9EC-FBBC-4CF5-8486-4BB6F660E2EF}">
      <dsp:nvSpPr>
        <dsp:cNvPr id="0" name=""/>
        <dsp:cNvSpPr/>
      </dsp:nvSpPr>
      <dsp:spPr>
        <a:xfrm>
          <a:off x="1591055" y="2608"/>
          <a:ext cx="4773168" cy="63922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03200" rIns="96822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Initialize Pygame and create game window.</a:t>
          </a:r>
        </a:p>
      </dsp:txBody>
      <dsp:txXfrm>
        <a:off x="1591055" y="2608"/>
        <a:ext cx="4773168" cy="6392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6C7CA-D75D-42BE-81B3-F6D74E10E576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B9A2F-4BEF-4FCE-AE6A-E279E1EA0B55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889601-0C2F-42B0-B110-B634BC12617A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Game loop using while running</a:t>
          </a:r>
        </a:p>
      </dsp:txBody>
      <dsp:txXfrm>
        <a:off x="1172126" y="908559"/>
        <a:ext cx="2114937" cy="897246"/>
      </dsp:txXfrm>
    </dsp:sp>
    <dsp:sp modelId="{48932072-078D-4E1E-97F1-6B5F14EE01A4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7ED78-E1DF-4547-B8F6-FB52CB8E1F12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401A81-B9F9-48B8-B85E-CF2507433733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Direction control using arrow keys</a:t>
          </a:r>
        </a:p>
      </dsp:txBody>
      <dsp:txXfrm>
        <a:off x="4745088" y="908559"/>
        <a:ext cx="2114937" cy="897246"/>
      </dsp:txXfrm>
    </dsp:sp>
    <dsp:sp modelId="{5C2488D3-A532-469B-8C7B-F59D9181860E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76D54-C62C-4247-8177-A611B4EC3732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E4A98A-2B69-4B73-B373-6CA2A54E44F7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Collision detection using distance formula </a:t>
          </a:r>
        </a:p>
      </dsp:txBody>
      <dsp:txXfrm>
        <a:off x="8318049" y="908559"/>
        <a:ext cx="2114937" cy="897246"/>
      </dsp:txXfrm>
    </dsp:sp>
    <dsp:sp modelId="{646EE772-EB3F-40D9-AA77-E21519001F48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E824F-77BF-4341-BF03-33F545FFBB0E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9BFC6-26F5-448C-B142-98DCE131692E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Rendering using: </a:t>
          </a:r>
        </a:p>
      </dsp:txBody>
      <dsp:txXfrm>
        <a:off x="1172126" y="2545532"/>
        <a:ext cx="2114937" cy="897246"/>
      </dsp:txXfrm>
    </dsp:sp>
    <dsp:sp modelId="{8225E62D-A69B-4D11-840A-68502D223CB3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4C891-BBD2-49C3-B1D9-17E495F6C584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CDC20-FBD3-4D35-BEE3-009CFB094347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pygame.draw.circle</a:t>
          </a:r>
        </a:p>
      </dsp:txBody>
      <dsp:txXfrm>
        <a:off x="4745088" y="2545532"/>
        <a:ext cx="2114937" cy="897246"/>
      </dsp:txXfrm>
    </dsp:sp>
    <dsp:sp modelId="{F5258915-4144-4105-94A8-DFC380B0E24A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14D6C-3131-499A-B0D5-FF67337D188B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195B1-BFE7-4F07-B82C-648AE2BE2F49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pygame.draw.lines</a:t>
          </a:r>
        </a:p>
      </dsp:txBody>
      <dsp:txXfrm>
        <a:off x="8318049" y="2545532"/>
        <a:ext cx="2114937" cy="8972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00A46-D34C-4894-8200-6724353624A7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35A7C-427A-47C4-803F-9D54C1626DD3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Add background music</a:t>
          </a:r>
        </a:p>
      </dsp:txBody>
      <dsp:txXfrm>
        <a:off x="0" y="531"/>
        <a:ext cx="10515600" cy="870055"/>
      </dsp:txXfrm>
    </dsp:sp>
    <dsp:sp modelId="{024ABD73-75A5-482C-AB29-622272117543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89402-D2A7-4729-9112-89A0173B4420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Add restart button </a:t>
          </a:r>
        </a:p>
      </dsp:txBody>
      <dsp:txXfrm>
        <a:off x="0" y="870586"/>
        <a:ext cx="10515600" cy="870055"/>
      </dsp:txXfrm>
    </dsp:sp>
    <dsp:sp modelId="{DA644958-69E9-41FB-BBC8-AF6DB31196BF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04E6B-A84B-42C0-BC69-EAA08D8CE4DC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Add difficulty levels </a:t>
          </a:r>
        </a:p>
      </dsp:txBody>
      <dsp:txXfrm>
        <a:off x="0" y="1740641"/>
        <a:ext cx="10515600" cy="870055"/>
      </dsp:txXfrm>
    </dsp:sp>
    <dsp:sp modelId="{721B8C60-D213-459B-A8C6-D60DB7A7DAC2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DF252-DDAB-4242-8FA5-4859ECC8D2FE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Add high score saving system </a:t>
          </a:r>
        </a:p>
      </dsp:txBody>
      <dsp:txXfrm>
        <a:off x="0" y="2610696"/>
        <a:ext cx="10515600" cy="870055"/>
      </dsp:txXfrm>
    </dsp:sp>
    <dsp:sp modelId="{473052A9-3CE0-4F59-9826-9F1AD0ADE977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6F10E-08F7-4E48-91C9-AFB47DFB913F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Multiplayer mode</a:t>
          </a:r>
        </a:p>
      </dsp:txBody>
      <dsp:txXfrm>
        <a:off x="0" y="3480751"/>
        <a:ext cx="10515600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100" b="1" dirty="0"/>
              <a:t>Title: Realistic Snake Game Development using Python and </a:t>
            </a:r>
            <a:r>
              <a:rPr lang="en-US" sz="6100" b="1" dirty="0" err="1"/>
              <a:t>Pygame</a:t>
            </a:r>
            <a:endParaRPr lang="en-US" sz="6100" dirty="0" err="1"/>
          </a:p>
          <a:p>
            <a:endParaRPr lang="en-US" sz="6100"/>
          </a:p>
          <a:p>
            <a:endParaRPr lang="en-US" sz="61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500" b="1">
                <a:ea typeface="+mn-lt"/>
                <a:cs typeface="+mn-lt"/>
              </a:rPr>
              <a:t>Name: Garima Verma</a:t>
            </a:r>
          </a:p>
          <a:p>
            <a:r>
              <a:rPr lang="en-US" sz="1500" b="1"/>
              <a:t>Enrollment no.: A25ARI0056</a:t>
            </a:r>
          </a:p>
          <a:p>
            <a:endParaRPr lang="en-US" sz="15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10B4C-5D62-B5DF-AB83-5B685610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3600" b="1" u="sng">
                <a:ea typeface="+mj-lt"/>
                <a:cs typeface="+mj-lt"/>
              </a:rPr>
              <a:t>Introduction:</a:t>
            </a:r>
            <a:endParaRPr lang="en-US" sz="3600" b="1" u="sng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9330B916-B68F-733E-77FA-7D012242A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Snake Game is a classic arcade game.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The objective is to control the snake and eat food.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 The snake grows after eating food. Game ends when snake hits wall or itself.</a:t>
            </a:r>
          </a:p>
          <a:p>
            <a:r>
              <a:rPr lang="en-US" sz="2400">
                <a:ea typeface="+mn-lt"/>
                <a:cs typeface="+mn-lt"/>
              </a:rPr>
              <a:t> Developed using Python and Pygame.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74839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1CE9F0A-918A-A73F-DABC-83CAC33C90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85" b="232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C78D4-832B-C061-EA46-87E885EF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Objectives:</a:t>
            </a:r>
            <a:endParaRPr lang="en-US" b="1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BA1D578B-9EAC-7CEC-5188-FD33C276D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63323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12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B7F1F-268F-4D72-42D4-E56F8ACD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ea typeface="+mj-lt"/>
                <a:cs typeface="+mj-lt"/>
              </a:rPr>
              <a:t>Tools &amp; Technologies Used</a:t>
            </a:r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: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4814F7-9504-ED73-7EE4-2016F71BC5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849923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312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2A19C-ECB6-7431-2E26-8A2F7754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Methodology:</a:t>
            </a:r>
            <a:endParaRPr lang="en-US" sz="4000" b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F2CC074-4120-9C1B-05CE-6CD2B6B35F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17226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96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F364A-A14A-22D1-CCB1-006B5158C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Key Features: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4926E-0476-1FBA-5279-FB45CB807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Smooth movement (not grid-based) </a:t>
            </a:r>
          </a:p>
          <a:p>
            <a:r>
              <a:rPr lang="en-US">
                <a:ea typeface="+mn-lt"/>
                <a:cs typeface="+mn-lt"/>
              </a:rPr>
              <a:t>Dynamic body growth </a:t>
            </a:r>
          </a:p>
          <a:p>
            <a:r>
              <a:rPr lang="en-US">
                <a:ea typeface="+mn-lt"/>
                <a:cs typeface="+mn-lt"/>
              </a:rPr>
              <a:t>Animated tongue effect 👅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Eye direction changes </a:t>
            </a:r>
          </a:p>
          <a:p>
            <a:r>
              <a:rPr lang="en-US">
                <a:ea typeface="+mn-lt"/>
                <a:cs typeface="+mn-lt"/>
              </a:rPr>
              <a:t>Real-time score display </a:t>
            </a:r>
          </a:p>
          <a:p>
            <a:r>
              <a:rPr lang="en-US">
                <a:ea typeface="+mn-lt"/>
                <a:cs typeface="+mn-lt"/>
              </a:rPr>
              <a:t>60 FPS smooth gameplay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1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733AA-DA9E-F438-DB45-29414F93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Code Structure:</a:t>
            </a:r>
            <a:endParaRPr lang="en-US" b="1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86F5E3E8-B4B8-0373-74D2-158B05FC4F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618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1117E-BEFA-0281-F831-BD5E38FC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/>
              <a:t>Output Screenshots: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9DBF70-1C78-70FA-8121-E7959395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43" t="13125" r="20134" b="15208"/>
          <a:stretch>
            <a:fillRect/>
          </a:stretch>
        </p:blipFill>
        <p:spPr>
          <a:xfrm>
            <a:off x="779721" y="2642616"/>
            <a:ext cx="4695053" cy="360578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73E2F4-5B5A-867D-2656-2937C2872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1540" t="12929" r="22022" b="16566"/>
          <a:stretch>
            <a:fillRect/>
          </a:stretch>
        </p:blipFill>
        <p:spPr>
          <a:xfrm>
            <a:off x="6752612" y="2642616"/>
            <a:ext cx="4618183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83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08492A-1B18-5636-F852-608EA0F0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Conclusion: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B6D40-5402-7BA0-3650-15C53E07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Successfully developed a realistic snake game.</a:t>
            </a: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 Implemented smooth animation and collision logic.</a:t>
            </a: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Demonstrated game loop and event handling. 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Improved understanding of Python graphics programming.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190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8B1C4-ABA1-9D24-3CB6-6718D62C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Future Scope:</a:t>
            </a:r>
            <a:endParaRPr lang="en-US" b="1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08307C9-CDCD-8B84-B4DF-BA59D2AD54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07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7F9CC-BCB8-1988-0A07-49FE481C5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b="1">
                <a:ea typeface="+mj-lt"/>
                <a:cs typeface="+mj-lt"/>
              </a:rPr>
              <a:t>GitHub Repository:</a:t>
            </a:r>
            <a:endParaRPr lang="en-US" sz="5400" b="1"/>
          </a:p>
        </p:txBody>
      </p:sp>
      <p:pic>
        <p:nvPicPr>
          <p:cNvPr id="5" name="Picture 4" descr="Locator flag on a city map">
            <a:extLst>
              <a:ext uri="{FF2B5EF4-FFF2-40B4-BE49-F238E27FC236}">
                <a16:creationId xmlns:a16="http://schemas.microsoft.com/office/drawing/2014/main" id="{01E2CF43-674E-95E9-5BE7-A0403A637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9" r="48877" b="-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2DE-3AA2-E9E3-222D-57E099515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https://github.com/gv545312-glitch/Realistic-Snake-Game-using-Python/tree/main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486449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Title: Realistic Snake Game Development using Python and Pygame  </vt:lpstr>
      <vt:lpstr>Introduction:</vt:lpstr>
      <vt:lpstr>Objectives:</vt:lpstr>
      <vt:lpstr>Tools &amp; Technologies Used:</vt:lpstr>
      <vt:lpstr>Methodology:</vt:lpstr>
      <vt:lpstr>Key Features:</vt:lpstr>
      <vt:lpstr>Code Structure:</vt:lpstr>
      <vt:lpstr>Output Screenshots:</vt:lpstr>
      <vt:lpstr>Conclusion:</vt:lpstr>
      <vt:lpstr>Future Scope:</vt:lpstr>
      <vt:lpstr>GitHub Repository: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161</cp:revision>
  <dcterms:created xsi:type="dcterms:W3CDTF">2026-04-14T07:42:21Z</dcterms:created>
  <dcterms:modified xsi:type="dcterms:W3CDTF">2026-04-14T08:26:23Z</dcterms:modified>
</cp:coreProperties>
</file>